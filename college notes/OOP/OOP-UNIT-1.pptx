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75" r:id="rId2"/>
    <p:sldId id="285" r:id="rId3"/>
    <p:sldId id="256" r:id="rId4"/>
    <p:sldId id="264" r:id="rId5"/>
    <p:sldId id="266" r:id="rId6"/>
    <p:sldId id="320" r:id="rId7"/>
    <p:sldId id="267" r:id="rId8"/>
    <p:sldId id="268" r:id="rId9"/>
    <p:sldId id="269" r:id="rId10"/>
    <p:sldId id="258" r:id="rId11"/>
    <p:sldId id="259" r:id="rId12"/>
    <p:sldId id="260" r:id="rId13"/>
    <p:sldId id="261" r:id="rId14"/>
    <p:sldId id="262" r:id="rId15"/>
    <p:sldId id="263" r:id="rId16"/>
    <p:sldId id="321" r:id="rId17"/>
    <p:sldId id="265" r:id="rId18"/>
    <p:sldId id="322" r:id="rId19"/>
    <p:sldId id="323" r:id="rId20"/>
    <p:sldId id="324" r:id="rId21"/>
    <p:sldId id="325" r:id="rId22"/>
    <p:sldId id="270" r:id="rId23"/>
    <p:sldId id="271" r:id="rId24"/>
    <p:sldId id="272" r:id="rId25"/>
    <p:sldId id="273" r:id="rId26"/>
    <p:sldId id="274" r:id="rId27"/>
    <p:sldId id="326" r:id="rId28"/>
    <p:sldId id="276" r:id="rId29"/>
    <p:sldId id="277" r:id="rId30"/>
    <p:sldId id="327" r:id="rId31"/>
    <p:sldId id="328"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341" r:id="rId45"/>
    <p:sldId id="342" r:id="rId46"/>
    <p:sldId id="343" r:id="rId47"/>
    <p:sldId id="344" r:id="rId48"/>
    <p:sldId id="345" r:id="rId49"/>
    <p:sldId id="346" r:id="rId50"/>
    <p:sldId id="347" r:id="rId51"/>
    <p:sldId id="348" r:id="rId52"/>
    <p:sldId id="349" r:id="rId53"/>
    <p:sldId id="350" r:id="rId54"/>
    <p:sldId id="351" r:id="rId55"/>
    <p:sldId id="352" r:id="rId56"/>
    <p:sldId id="353" r:id="rId57"/>
    <p:sldId id="354" r:id="rId58"/>
    <p:sldId id="355" r:id="rId59"/>
    <p:sldId id="356" r:id="rId60"/>
    <p:sldId id="357" r:id="rId61"/>
    <p:sldId id="288" r:id="rId62"/>
    <p:sldId id="359"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0" autoAdjust="0"/>
    <p:restoredTop sz="94614"/>
  </p:normalViewPr>
  <p:slideViewPr>
    <p:cSldViewPr snapToGrid="0">
      <p:cViewPr varScale="1">
        <p:scale>
          <a:sx n="67" d="100"/>
          <a:sy n="67"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5D427-DBE6-4DA2-99EA-E6C64B6ADE2B}" type="datetimeFigureOut">
              <a:rPr lang="en-IN" smtClean="0"/>
              <a:t>14-07-2026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9013DF-BCF8-4023-87A5-FEE0FB050BB3}" type="slidenum">
              <a:rPr lang="en-IN" smtClean="0"/>
              <a:t>‹#›</a:t>
            </a:fld>
            <a:endParaRPr lang="en-IN"/>
          </a:p>
        </p:txBody>
      </p:sp>
    </p:spTree>
    <p:extLst>
      <p:ext uri="{BB962C8B-B14F-4D97-AF65-F5344CB8AC3E}">
        <p14:creationId xmlns:p14="http://schemas.microsoft.com/office/powerpoint/2010/main" val="3817581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1">
            <a:extLst>
              <a:ext uri="{FF2B5EF4-FFF2-40B4-BE49-F238E27FC236}">
                <a16:creationId xmlns="" xmlns:a16="http://schemas.microsoft.com/office/drawing/2014/main" id="{2AE58ECA-2185-2389-D8E8-27309789775C}"/>
              </a:ext>
            </a:extLst>
          </p:cNvPr>
          <p:cNvSpPr>
            <a:spLocks noGrp="1" noRot="1" noChangeAspect="1" noChangeArrowheads="1" noTextEdit="1"/>
          </p:cNvSpPr>
          <p:nvPr>
            <p:ph type="sldImg"/>
          </p:nvPr>
        </p:nvSpPr>
        <p:spPr>
          <a:xfrm>
            <a:off x="0" y="0"/>
            <a:ext cx="1588" cy="1588"/>
          </a:xfrm>
          <a:ln/>
        </p:spPr>
      </p:sp>
      <p:sp>
        <p:nvSpPr>
          <p:cNvPr id="40963" name="Rectangle 2">
            <a:extLst>
              <a:ext uri="{FF2B5EF4-FFF2-40B4-BE49-F238E27FC236}">
                <a16:creationId xmlns="" xmlns:a16="http://schemas.microsoft.com/office/drawing/2014/main" id="{81342A8B-99FC-5E37-4B32-28DC68A26CB1}"/>
              </a:ext>
            </a:extLst>
          </p:cNvPr>
          <p:cNvSpPr txBox="1">
            <a:spLocks noGrp="1" noChangeArrowheads="1"/>
          </p:cNvSpPr>
          <p:nvPr>
            <p:ph type="body" idx="1"/>
          </p:nvPr>
        </p:nvSpPr>
        <p:spPr>
          <a:xfrm>
            <a:off x="503238" y="4316413"/>
            <a:ext cx="5856287" cy="4060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11447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1">
            <a:extLst>
              <a:ext uri="{FF2B5EF4-FFF2-40B4-BE49-F238E27FC236}">
                <a16:creationId xmlns="" xmlns:a16="http://schemas.microsoft.com/office/drawing/2014/main" id="{B95C3E6F-9381-F7EF-0E1F-A98A8095CA58}"/>
              </a:ext>
            </a:extLst>
          </p:cNvPr>
          <p:cNvSpPr>
            <a:spLocks noGrp="1" noRot="1" noChangeAspect="1" noChangeArrowheads="1" noTextEdit="1"/>
          </p:cNvSpPr>
          <p:nvPr>
            <p:ph type="sldImg"/>
          </p:nvPr>
        </p:nvSpPr>
        <p:spPr>
          <a:xfrm>
            <a:off x="0" y="0"/>
            <a:ext cx="1588" cy="1588"/>
          </a:xfrm>
          <a:ln/>
        </p:spPr>
      </p:sp>
      <p:sp>
        <p:nvSpPr>
          <p:cNvPr id="41987" name="Rectangle 2">
            <a:extLst>
              <a:ext uri="{FF2B5EF4-FFF2-40B4-BE49-F238E27FC236}">
                <a16:creationId xmlns="" xmlns:a16="http://schemas.microsoft.com/office/drawing/2014/main" id="{796F9347-2D15-8C79-C9C1-53A73E075177}"/>
              </a:ext>
            </a:extLst>
          </p:cNvPr>
          <p:cNvSpPr txBox="1">
            <a:spLocks noGrp="1" noChangeArrowheads="1"/>
          </p:cNvSpPr>
          <p:nvPr>
            <p:ph type="body" idx="1"/>
          </p:nvPr>
        </p:nvSpPr>
        <p:spPr>
          <a:xfrm>
            <a:off x="503238" y="4316413"/>
            <a:ext cx="5856287" cy="4060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14530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1026">
            <a:extLst>
              <a:ext uri="{FF2B5EF4-FFF2-40B4-BE49-F238E27FC236}">
                <a16:creationId xmlns="" xmlns:a16="http://schemas.microsoft.com/office/drawing/2014/main" id="{9CED9856-2E1D-0C7A-89E8-9A65F1BE1390}"/>
              </a:ext>
            </a:extLst>
          </p:cNvPr>
          <p:cNvSpPr>
            <a:spLocks noGrp="1" noRot="1" noChangeAspect="1" noChangeArrowheads="1" noTextEdit="1"/>
          </p:cNvSpPr>
          <p:nvPr>
            <p:ph type="sldImg"/>
          </p:nvPr>
        </p:nvSpPr>
        <p:spPr>
          <a:xfrm>
            <a:off x="0" y="0"/>
            <a:ext cx="1588" cy="1588"/>
          </a:xfrm>
          <a:ln/>
        </p:spPr>
      </p:sp>
      <p:sp>
        <p:nvSpPr>
          <p:cNvPr id="43011" name="Rectangle 1027">
            <a:extLst>
              <a:ext uri="{FF2B5EF4-FFF2-40B4-BE49-F238E27FC236}">
                <a16:creationId xmlns="" xmlns:a16="http://schemas.microsoft.com/office/drawing/2014/main" id="{8D48634B-8418-6F16-8A4B-1B0D49E13ECB}"/>
              </a:ext>
            </a:extLst>
          </p:cNvPr>
          <p:cNvSpPr txBox="1">
            <a:spLocks noGrp="1" noChangeArrowheads="1"/>
          </p:cNvSpPr>
          <p:nvPr>
            <p:ph type="body" idx="1"/>
          </p:nvPr>
        </p:nvSpPr>
        <p:spPr>
          <a:xfrm>
            <a:off x="503238" y="4316413"/>
            <a:ext cx="5856287" cy="4060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83178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1">
            <a:extLst>
              <a:ext uri="{FF2B5EF4-FFF2-40B4-BE49-F238E27FC236}">
                <a16:creationId xmlns="" xmlns:a16="http://schemas.microsoft.com/office/drawing/2014/main" id="{AC2742D3-365D-93DE-B8DF-F84E36637E1F}"/>
              </a:ext>
            </a:extLst>
          </p:cNvPr>
          <p:cNvSpPr>
            <a:spLocks noGrp="1" noRot="1" noChangeAspect="1" noChangeArrowheads="1" noTextEdit="1"/>
          </p:cNvSpPr>
          <p:nvPr>
            <p:ph type="sldImg"/>
          </p:nvPr>
        </p:nvSpPr>
        <p:spPr>
          <a:xfrm>
            <a:off x="0" y="0"/>
            <a:ext cx="1588" cy="1588"/>
          </a:xfrm>
          <a:ln/>
        </p:spPr>
      </p:sp>
      <p:sp>
        <p:nvSpPr>
          <p:cNvPr id="44035" name="Rectangle 2">
            <a:extLst>
              <a:ext uri="{FF2B5EF4-FFF2-40B4-BE49-F238E27FC236}">
                <a16:creationId xmlns="" xmlns:a16="http://schemas.microsoft.com/office/drawing/2014/main" id="{6B234E5F-5079-EA56-C4B3-83591727191A}"/>
              </a:ext>
            </a:extLst>
          </p:cNvPr>
          <p:cNvSpPr txBox="1">
            <a:spLocks noGrp="1" noChangeArrowheads="1"/>
          </p:cNvSpPr>
          <p:nvPr>
            <p:ph type="body" idx="1"/>
          </p:nvPr>
        </p:nvSpPr>
        <p:spPr>
          <a:xfrm>
            <a:off x="503238" y="4316413"/>
            <a:ext cx="5856287" cy="4060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68641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1">
            <a:extLst>
              <a:ext uri="{FF2B5EF4-FFF2-40B4-BE49-F238E27FC236}">
                <a16:creationId xmlns="" xmlns:a16="http://schemas.microsoft.com/office/drawing/2014/main" id="{699D1D3A-6BC9-6B28-5867-F4039F47EF37}"/>
              </a:ext>
            </a:extLst>
          </p:cNvPr>
          <p:cNvSpPr>
            <a:spLocks noGrp="1" noRot="1" noChangeAspect="1" noChangeArrowheads="1" noTextEdit="1"/>
          </p:cNvSpPr>
          <p:nvPr>
            <p:ph type="sldImg"/>
          </p:nvPr>
        </p:nvSpPr>
        <p:spPr>
          <a:xfrm>
            <a:off x="0" y="0"/>
            <a:ext cx="1588" cy="1588"/>
          </a:xfrm>
          <a:ln/>
        </p:spPr>
      </p:sp>
      <p:sp>
        <p:nvSpPr>
          <p:cNvPr id="45059" name="Rectangle 2">
            <a:extLst>
              <a:ext uri="{FF2B5EF4-FFF2-40B4-BE49-F238E27FC236}">
                <a16:creationId xmlns="" xmlns:a16="http://schemas.microsoft.com/office/drawing/2014/main" id="{71CCC22D-CA94-498F-4F69-C0B69EB8D56D}"/>
              </a:ext>
            </a:extLst>
          </p:cNvPr>
          <p:cNvSpPr txBox="1">
            <a:spLocks noGrp="1" noChangeArrowheads="1"/>
          </p:cNvSpPr>
          <p:nvPr>
            <p:ph type="body" idx="1"/>
          </p:nvPr>
        </p:nvSpPr>
        <p:spPr>
          <a:xfrm>
            <a:off x="503238" y="4316413"/>
            <a:ext cx="5856287" cy="4060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681350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1">
            <a:extLst>
              <a:ext uri="{FF2B5EF4-FFF2-40B4-BE49-F238E27FC236}">
                <a16:creationId xmlns="" xmlns:a16="http://schemas.microsoft.com/office/drawing/2014/main" id="{B790563D-B259-2462-E8AA-F1DF60199ECA}"/>
              </a:ext>
            </a:extLst>
          </p:cNvPr>
          <p:cNvSpPr>
            <a:spLocks noGrp="1" noRot="1" noChangeAspect="1" noChangeArrowheads="1" noTextEdit="1"/>
          </p:cNvSpPr>
          <p:nvPr>
            <p:ph type="sldImg"/>
          </p:nvPr>
        </p:nvSpPr>
        <p:spPr>
          <a:xfrm>
            <a:off x="0" y="0"/>
            <a:ext cx="1588" cy="1588"/>
          </a:xfrm>
          <a:ln/>
        </p:spPr>
      </p:sp>
      <p:sp>
        <p:nvSpPr>
          <p:cNvPr id="46083" name="Rectangle 2">
            <a:extLst>
              <a:ext uri="{FF2B5EF4-FFF2-40B4-BE49-F238E27FC236}">
                <a16:creationId xmlns="" xmlns:a16="http://schemas.microsoft.com/office/drawing/2014/main" id="{FCA6FB0E-76FA-7D3E-D607-0763B477A5CC}"/>
              </a:ext>
            </a:extLst>
          </p:cNvPr>
          <p:cNvSpPr txBox="1">
            <a:spLocks noGrp="1" noChangeArrowheads="1"/>
          </p:cNvSpPr>
          <p:nvPr>
            <p:ph type="body" idx="1"/>
          </p:nvPr>
        </p:nvSpPr>
        <p:spPr>
          <a:xfrm>
            <a:off x="503238" y="4316413"/>
            <a:ext cx="5856287" cy="4060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38323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F588E8-DDA7-648D-6D17-030BA6DB21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74A20A2D-24FA-5963-D78C-A71FC040BE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2713AAE8-3E02-8CBD-A398-AD3A527F56B9}"/>
              </a:ext>
            </a:extLst>
          </p:cNvPr>
          <p:cNvSpPr>
            <a:spLocks noGrp="1"/>
          </p:cNvSpPr>
          <p:nvPr>
            <p:ph type="dt" sz="half" idx="10"/>
          </p:nvPr>
        </p:nvSpPr>
        <p:spPr/>
        <p:txBody>
          <a:bodyPr/>
          <a:lstStyle/>
          <a:p>
            <a:fld id="{FD84CF40-018B-6E40-A6FE-25EA5D014CB1}" type="datetime1">
              <a:rPr lang="en-IN" smtClean="0"/>
              <a:t>14-07-2026</a:t>
            </a:fld>
            <a:endParaRPr lang="en-IN"/>
          </a:p>
        </p:txBody>
      </p:sp>
      <p:sp>
        <p:nvSpPr>
          <p:cNvPr id="5" name="Footer Placeholder 4">
            <a:extLst>
              <a:ext uri="{FF2B5EF4-FFF2-40B4-BE49-F238E27FC236}">
                <a16:creationId xmlns="" xmlns:a16="http://schemas.microsoft.com/office/drawing/2014/main" id="{B4B23926-7358-8A36-6723-503815D9F7E3}"/>
              </a:ext>
            </a:extLst>
          </p:cNvPr>
          <p:cNvSpPr>
            <a:spLocks noGrp="1"/>
          </p:cNvSpPr>
          <p:nvPr>
            <p:ph type="ftr" sz="quarter" idx="11"/>
          </p:nvPr>
        </p:nvSpPr>
        <p:spPr/>
        <p:txBody>
          <a:bodyPr/>
          <a:lstStyle/>
          <a:p>
            <a:r>
              <a:rPr lang="en-US"/>
              <a:t>Dr. Mrs  F. M. Inamdar, Department of Computer Engineering , VIT , Pune-37</a:t>
            </a:r>
            <a:endParaRPr lang="en-IN"/>
          </a:p>
        </p:txBody>
      </p:sp>
      <p:sp>
        <p:nvSpPr>
          <p:cNvPr id="6" name="Slide Number Placeholder 5">
            <a:extLst>
              <a:ext uri="{FF2B5EF4-FFF2-40B4-BE49-F238E27FC236}">
                <a16:creationId xmlns="" xmlns:a16="http://schemas.microsoft.com/office/drawing/2014/main" id="{EE17F04A-0F43-7285-BE5E-C0E027DB4C80}"/>
              </a:ext>
            </a:extLst>
          </p:cNvPr>
          <p:cNvSpPr>
            <a:spLocks noGrp="1"/>
          </p:cNvSpPr>
          <p:nvPr>
            <p:ph type="sldNum" sz="quarter" idx="12"/>
          </p:nvPr>
        </p:nvSpPr>
        <p:spPr/>
        <p:txBody>
          <a:bodyPr/>
          <a:lstStyle/>
          <a:p>
            <a:fld id="{C0895778-A30B-4F8D-9D9F-2B2AF36A4A98}" type="slidenum">
              <a:rPr lang="en-IN" smtClean="0"/>
              <a:t>‹#›</a:t>
            </a:fld>
            <a:endParaRPr lang="en-IN"/>
          </a:p>
        </p:txBody>
      </p:sp>
    </p:spTree>
    <p:extLst>
      <p:ext uri="{BB962C8B-B14F-4D97-AF65-F5344CB8AC3E}">
        <p14:creationId xmlns:p14="http://schemas.microsoft.com/office/powerpoint/2010/main" val="2855619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A6A645-80D0-5F5B-5881-740B1715AD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D2F2106F-7356-0C6A-BB2B-283F2C5866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E286F9C-470D-3441-137C-1BB5A586A0A7}"/>
              </a:ext>
            </a:extLst>
          </p:cNvPr>
          <p:cNvSpPr>
            <a:spLocks noGrp="1"/>
          </p:cNvSpPr>
          <p:nvPr>
            <p:ph type="dt" sz="half" idx="10"/>
          </p:nvPr>
        </p:nvSpPr>
        <p:spPr/>
        <p:txBody>
          <a:bodyPr/>
          <a:lstStyle/>
          <a:p>
            <a:fld id="{B5FF5532-97BC-BB40-97A3-DDE74174D0D9}" type="datetime1">
              <a:rPr lang="en-IN" smtClean="0"/>
              <a:t>14-07-2026</a:t>
            </a:fld>
            <a:endParaRPr lang="en-IN"/>
          </a:p>
        </p:txBody>
      </p:sp>
      <p:sp>
        <p:nvSpPr>
          <p:cNvPr id="5" name="Footer Placeholder 4">
            <a:extLst>
              <a:ext uri="{FF2B5EF4-FFF2-40B4-BE49-F238E27FC236}">
                <a16:creationId xmlns="" xmlns:a16="http://schemas.microsoft.com/office/drawing/2014/main" id="{2B704E0D-1DF5-0F1C-3654-94502146230F}"/>
              </a:ext>
            </a:extLst>
          </p:cNvPr>
          <p:cNvSpPr>
            <a:spLocks noGrp="1"/>
          </p:cNvSpPr>
          <p:nvPr>
            <p:ph type="ftr" sz="quarter" idx="11"/>
          </p:nvPr>
        </p:nvSpPr>
        <p:spPr/>
        <p:txBody>
          <a:bodyPr/>
          <a:lstStyle/>
          <a:p>
            <a:r>
              <a:rPr lang="en-US"/>
              <a:t>Dr. Mrs  F. M. Inamdar, Department of Computer Engineering , VIT , Pune-37</a:t>
            </a:r>
            <a:endParaRPr lang="en-IN"/>
          </a:p>
        </p:txBody>
      </p:sp>
      <p:sp>
        <p:nvSpPr>
          <p:cNvPr id="6" name="Slide Number Placeholder 5">
            <a:extLst>
              <a:ext uri="{FF2B5EF4-FFF2-40B4-BE49-F238E27FC236}">
                <a16:creationId xmlns="" xmlns:a16="http://schemas.microsoft.com/office/drawing/2014/main" id="{5694A620-BABC-2716-CBF5-703021C483B4}"/>
              </a:ext>
            </a:extLst>
          </p:cNvPr>
          <p:cNvSpPr>
            <a:spLocks noGrp="1"/>
          </p:cNvSpPr>
          <p:nvPr>
            <p:ph type="sldNum" sz="quarter" idx="12"/>
          </p:nvPr>
        </p:nvSpPr>
        <p:spPr/>
        <p:txBody>
          <a:bodyPr/>
          <a:lstStyle/>
          <a:p>
            <a:fld id="{C0895778-A30B-4F8D-9D9F-2B2AF36A4A98}" type="slidenum">
              <a:rPr lang="en-IN" smtClean="0"/>
              <a:t>‹#›</a:t>
            </a:fld>
            <a:endParaRPr lang="en-IN"/>
          </a:p>
        </p:txBody>
      </p:sp>
    </p:spTree>
    <p:extLst>
      <p:ext uri="{BB962C8B-B14F-4D97-AF65-F5344CB8AC3E}">
        <p14:creationId xmlns:p14="http://schemas.microsoft.com/office/powerpoint/2010/main" val="2930528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E05801-CA82-A2C9-B393-75EA7312E3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89D168F2-C158-568E-A2F8-67D4FAB96D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54206E31-8003-6321-2D84-4FD966777C01}"/>
              </a:ext>
            </a:extLst>
          </p:cNvPr>
          <p:cNvSpPr>
            <a:spLocks noGrp="1"/>
          </p:cNvSpPr>
          <p:nvPr>
            <p:ph type="dt" sz="half" idx="10"/>
          </p:nvPr>
        </p:nvSpPr>
        <p:spPr/>
        <p:txBody>
          <a:bodyPr/>
          <a:lstStyle/>
          <a:p>
            <a:fld id="{A77E3919-4A29-A74F-91F2-28CF66B998F5}" type="datetime1">
              <a:rPr lang="en-IN" smtClean="0"/>
              <a:t>14-07-2026</a:t>
            </a:fld>
            <a:endParaRPr lang="en-IN"/>
          </a:p>
        </p:txBody>
      </p:sp>
      <p:sp>
        <p:nvSpPr>
          <p:cNvPr id="5" name="Footer Placeholder 4">
            <a:extLst>
              <a:ext uri="{FF2B5EF4-FFF2-40B4-BE49-F238E27FC236}">
                <a16:creationId xmlns="" xmlns:a16="http://schemas.microsoft.com/office/drawing/2014/main" id="{01DE6EE6-B041-0980-41E1-A8C0A56A3993}"/>
              </a:ext>
            </a:extLst>
          </p:cNvPr>
          <p:cNvSpPr>
            <a:spLocks noGrp="1"/>
          </p:cNvSpPr>
          <p:nvPr>
            <p:ph type="ftr" sz="quarter" idx="11"/>
          </p:nvPr>
        </p:nvSpPr>
        <p:spPr/>
        <p:txBody>
          <a:bodyPr/>
          <a:lstStyle/>
          <a:p>
            <a:r>
              <a:rPr lang="en-US"/>
              <a:t>Dr. Mrs  F. M. Inamdar, Department of Computer Engineering , VIT , Pune-37</a:t>
            </a:r>
            <a:endParaRPr lang="en-IN"/>
          </a:p>
        </p:txBody>
      </p:sp>
      <p:sp>
        <p:nvSpPr>
          <p:cNvPr id="6" name="Slide Number Placeholder 5">
            <a:extLst>
              <a:ext uri="{FF2B5EF4-FFF2-40B4-BE49-F238E27FC236}">
                <a16:creationId xmlns="" xmlns:a16="http://schemas.microsoft.com/office/drawing/2014/main" id="{DF7388F6-39F7-209F-3FBA-CC788F35F41C}"/>
              </a:ext>
            </a:extLst>
          </p:cNvPr>
          <p:cNvSpPr>
            <a:spLocks noGrp="1"/>
          </p:cNvSpPr>
          <p:nvPr>
            <p:ph type="sldNum" sz="quarter" idx="12"/>
          </p:nvPr>
        </p:nvSpPr>
        <p:spPr/>
        <p:txBody>
          <a:bodyPr/>
          <a:lstStyle/>
          <a:p>
            <a:fld id="{C0895778-A30B-4F8D-9D9F-2B2AF36A4A98}" type="slidenum">
              <a:rPr lang="en-IN" smtClean="0"/>
              <a:t>‹#›</a:t>
            </a:fld>
            <a:endParaRPr lang="en-IN"/>
          </a:p>
        </p:txBody>
      </p:sp>
    </p:spTree>
    <p:extLst>
      <p:ext uri="{BB962C8B-B14F-4D97-AF65-F5344CB8AC3E}">
        <p14:creationId xmlns:p14="http://schemas.microsoft.com/office/powerpoint/2010/main" val="2854102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F36BDDA-E33F-F7D1-FFF2-00E5655349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75D987D-E420-B4A2-FCDF-E1C64F936E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ABAD1915-02AF-A301-77BD-120026F377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3DD578D5-1768-2D9A-7D1D-9151884C9598}"/>
              </a:ext>
            </a:extLst>
          </p:cNvPr>
          <p:cNvSpPr>
            <a:spLocks noGrp="1"/>
          </p:cNvSpPr>
          <p:nvPr>
            <p:ph type="dt" sz="half" idx="10"/>
          </p:nvPr>
        </p:nvSpPr>
        <p:spPr/>
        <p:txBody>
          <a:bodyPr/>
          <a:lstStyle/>
          <a:p>
            <a:fld id="{CD55514C-93E7-E440-A26F-DC2093FE754D}" type="datetime1">
              <a:rPr lang="en-IN" smtClean="0"/>
              <a:t>14-07-2026</a:t>
            </a:fld>
            <a:endParaRPr lang="en-IN"/>
          </a:p>
        </p:txBody>
      </p:sp>
      <p:sp>
        <p:nvSpPr>
          <p:cNvPr id="6" name="Footer Placeholder 5">
            <a:extLst>
              <a:ext uri="{FF2B5EF4-FFF2-40B4-BE49-F238E27FC236}">
                <a16:creationId xmlns="" xmlns:a16="http://schemas.microsoft.com/office/drawing/2014/main" id="{81893721-C42D-E9B0-6764-96D8B9986718}"/>
              </a:ext>
            </a:extLst>
          </p:cNvPr>
          <p:cNvSpPr>
            <a:spLocks noGrp="1"/>
          </p:cNvSpPr>
          <p:nvPr>
            <p:ph type="ftr" sz="quarter" idx="11"/>
          </p:nvPr>
        </p:nvSpPr>
        <p:spPr/>
        <p:txBody>
          <a:bodyPr/>
          <a:lstStyle/>
          <a:p>
            <a:r>
              <a:rPr lang="en-US"/>
              <a:t>Dr. Mrs  F. M. Inamdar, Department of Computer Engineering , VIT , Pune-37</a:t>
            </a:r>
            <a:endParaRPr lang="en-IN"/>
          </a:p>
        </p:txBody>
      </p:sp>
      <p:sp>
        <p:nvSpPr>
          <p:cNvPr id="7" name="Slide Number Placeholder 6">
            <a:extLst>
              <a:ext uri="{FF2B5EF4-FFF2-40B4-BE49-F238E27FC236}">
                <a16:creationId xmlns="" xmlns:a16="http://schemas.microsoft.com/office/drawing/2014/main" id="{8FF0B088-094A-35D3-A262-6E8AA90FC48A}"/>
              </a:ext>
            </a:extLst>
          </p:cNvPr>
          <p:cNvSpPr>
            <a:spLocks noGrp="1"/>
          </p:cNvSpPr>
          <p:nvPr>
            <p:ph type="sldNum" sz="quarter" idx="12"/>
          </p:nvPr>
        </p:nvSpPr>
        <p:spPr/>
        <p:txBody>
          <a:bodyPr/>
          <a:lstStyle/>
          <a:p>
            <a:fld id="{C0895778-A30B-4F8D-9D9F-2B2AF36A4A98}" type="slidenum">
              <a:rPr lang="en-IN" smtClean="0"/>
              <a:t>‹#›</a:t>
            </a:fld>
            <a:endParaRPr lang="en-IN"/>
          </a:p>
        </p:txBody>
      </p:sp>
    </p:spTree>
    <p:extLst>
      <p:ext uri="{BB962C8B-B14F-4D97-AF65-F5344CB8AC3E}">
        <p14:creationId xmlns:p14="http://schemas.microsoft.com/office/powerpoint/2010/main" val="3472301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9AC521-3898-7B42-9505-9C891D17DF6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A5581F54-8E01-45EC-24F0-8840DE68EA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6758EA57-B36F-3CA1-B6E9-5D55CE11CA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2887621C-9024-1330-604B-41077422C2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21221342-BFCA-6796-D61A-7EE13547AD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E92BDD19-43B9-92F2-B462-F95ADB3E2FD8}"/>
              </a:ext>
            </a:extLst>
          </p:cNvPr>
          <p:cNvSpPr>
            <a:spLocks noGrp="1"/>
          </p:cNvSpPr>
          <p:nvPr>
            <p:ph type="dt" sz="half" idx="10"/>
          </p:nvPr>
        </p:nvSpPr>
        <p:spPr/>
        <p:txBody>
          <a:bodyPr/>
          <a:lstStyle/>
          <a:p>
            <a:fld id="{1A97E0B7-B2EF-1442-A504-5B15EAC292DC}" type="datetime1">
              <a:rPr lang="en-IN" smtClean="0"/>
              <a:t>14-07-2026</a:t>
            </a:fld>
            <a:endParaRPr lang="en-IN"/>
          </a:p>
        </p:txBody>
      </p:sp>
      <p:sp>
        <p:nvSpPr>
          <p:cNvPr id="8" name="Footer Placeholder 7">
            <a:extLst>
              <a:ext uri="{FF2B5EF4-FFF2-40B4-BE49-F238E27FC236}">
                <a16:creationId xmlns="" xmlns:a16="http://schemas.microsoft.com/office/drawing/2014/main" id="{4D10B767-BEE5-CF9D-4170-7B9FCE4731A1}"/>
              </a:ext>
            </a:extLst>
          </p:cNvPr>
          <p:cNvSpPr>
            <a:spLocks noGrp="1"/>
          </p:cNvSpPr>
          <p:nvPr>
            <p:ph type="ftr" sz="quarter" idx="11"/>
          </p:nvPr>
        </p:nvSpPr>
        <p:spPr/>
        <p:txBody>
          <a:bodyPr/>
          <a:lstStyle/>
          <a:p>
            <a:r>
              <a:rPr lang="en-US"/>
              <a:t>Dr. Mrs  F. M. Inamdar, Department of Computer Engineering , VIT , Pune-37</a:t>
            </a:r>
            <a:endParaRPr lang="en-IN"/>
          </a:p>
        </p:txBody>
      </p:sp>
      <p:sp>
        <p:nvSpPr>
          <p:cNvPr id="9" name="Slide Number Placeholder 8">
            <a:extLst>
              <a:ext uri="{FF2B5EF4-FFF2-40B4-BE49-F238E27FC236}">
                <a16:creationId xmlns="" xmlns:a16="http://schemas.microsoft.com/office/drawing/2014/main" id="{2957A8C5-B884-B8D1-47C9-4DB3D99E5E8B}"/>
              </a:ext>
            </a:extLst>
          </p:cNvPr>
          <p:cNvSpPr>
            <a:spLocks noGrp="1"/>
          </p:cNvSpPr>
          <p:nvPr>
            <p:ph type="sldNum" sz="quarter" idx="12"/>
          </p:nvPr>
        </p:nvSpPr>
        <p:spPr/>
        <p:txBody>
          <a:bodyPr/>
          <a:lstStyle/>
          <a:p>
            <a:fld id="{C0895778-A30B-4F8D-9D9F-2B2AF36A4A98}" type="slidenum">
              <a:rPr lang="en-IN" smtClean="0"/>
              <a:t>‹#›</a:t>
            </a:fld>
            <a:endParaRPr lang="en-IN"/>
          </a:p>
        </p:txBody>
      </p:sp>
    </p:spTree>
    <p:extLst>
      <p:ext uri="{BB962C8B-B14F-4D97-AF65-F5344CB8AC3E}">
        <p14:creationId xmlns:p14="http://schemas.microsoft.com/office/powerpoint/2010/main" val="1755456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725083-31C1-C82B-50DB-BE6F130894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B18C246E-3254-AC02-0260-CB0BD9165805}"/>
              </a:ext>
            </a:extLst>
          </p:cNvPr>
          <p:cNvSpPr>
            <a:spLocks noGrp="1"/>
          </p:cNvSpPr>
          <p:nvPr>
            <p:ph type="dt" sz="half" idx="10"/>
          </p:nvPr>
        </p:nvSpPr>
        <p:spPr/>
        <p:txBody>
          <a:bodyPr/>
          <a:lstStyle/>
          <a:p>
            <a:fld id="{9FE8B80D-CE29-674A-A567-9EDFA86BC4F3}" type="datetime1">
              <a:rPr lang="en-IN" smtClean="0"/>
              <a:t>14-07-2026</a:t>
            </a:fld>
            <a:endParaRPr lang="en-IN"/>
          </a:p>
        </p:txBody>
      </p:sp>
      <p:sp>
        <p:nvSpPr>
          <p:cNvPr id="4" name="Footer Placeholder 3">
            <a:extLst>
              <a:ext uri="{FF2B5EF4-FFF2-40B4-BE49-F238E27FC236}">
                <a16:creationId xmlns="" xmlns:a16="http://schemas.microsoft.com/office/drawing/2014/main" id="{AF36D2F3-C8AE-17A4-1C2C-BBB835DAB96B}"/>
              </a:ext>
            </a:extLst>
          </p:cNvPr>
          <p:cNvSpPr>
            <a:spLocks noGrp="1"/>
          </p:cNvSpPr>
          <p:nvPr>
            <p:ph type="ftr" sz="quarter" idx="11"/>
          </p:nvPr>
        </p:nvSpPr>
        <p:spPr/>
        <p:txBody>
          <a:bodyPr/>
          <a:lstStyle/>
          <a:p>
            <a:r>
              <a:rPr lang="en-US"/>
              <a:t>Dr. Mrs  F. M. Inamdar, Department of Computer Engineering , VIT , Pune-37</a:t>
            </a:r>
            <a:endParaRPr lang="en-IN"/>
          </a:p>
        </p:txBody>
      </p:sp>
      <p:sp>
        <p:nvSpPr>
          <p:cNvPr id="5" name="Slide Number Placeholder 4">
            <a:extLst>
              <a:ext uri="{FF2B5EF4-FFF2-40B4-BE49-F238E27FC236}">
                <a16:creationId xmlns="" xmlns:a16="http://schemas.microsoft.com/office/drawing/2014/main" id="{1FEC8A41-5916-5865-ED92-2EEFB395269F}"/>
              </a:ext>
            </a:extLst>
          </p:cNvPr>
          <p:cNvSpPr>
            <a:spLocks noGrp="1"/>
          </p:cNvSpPr>
          <p:nvPr>
            <p:ph type="sldNum" sz="quarter" idx="12"/>
          </p:nvPr>
        </p:nvSpPr>
        <p:spPr/>
        <p:txBody>
          <a:bodyPr/>
          <a:lstStyle/>
          <a:p>
            <a:fld id="{C0895778-A30B-4F8D-9D9F-2B2AF36A4A98}" type="slidenum">
              <a:rPr lang="en-IN" smtClean="0"/>
              <a:t>‹#›</a:t>
            </a:fld>
            <a:endParaRPr lang="en-IN"/>
          </a:p>
        </p:txBody>
      </p:sp>
    </p:spTree>
    <p:extLst>
      <p:ext uri="{BB962C8B-B14F-4D97-AF65-F5344CB8AC3E}">
        <p14:creationId xmlns:p14="http://schemas.microsoft.com/office/powerpoint/2010/main" val="961415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3763EB0-2E35-CAB5-F11D-4D55FEA3C3D7}"/>
              </a:ext>
            </a:extLst>
          </p:cNvPr>
          <p:cNvSpPr>
            <a:spLocks noGrp="1"/>
          </p:cNvSpPr>
          <p:nvPr>
            <p:ph type="dt" sz="half" idx="10"/>
          </p:nvPr>
        </p:nvSpPr>
        <p:spPr/>
        <p:txBody>
          <a:bodyPr/>
          <a:lstStyle/>
          <a:p>
            <a:fld id="{18319E47-7376-D641-A5B4-B62C87C55478}" type="datetime1">
              <a:rPr lang="en-IN" smtClean="0"/>
              <a:t>14-07-2026</a:t>
            </a:fld>
            <a:endParaRPr lang="en-IN"/>
          </a:p>
        </p:txBody>
      </p:sp>
      <p:sp>
        <p:nvSpPr>
          <p:cNvPr id="3" name="Footer Placeholder 2">
            <a:extLst>
              <a:ext uri="{FF2B5EF4-FFF2-40B4-BE49-F238E27FC236}">
                <a16:creationId xmlns="" xmlns:a16="http://schemas.microsoft.com/office/drawing/2014/main" id="{50423DB0-4895-1954-9019-BB6C21AB1179}"/>
              </a:ext>
            </a:extLst>
          </p:cNvPr>
          <p:cNvSpPr>
            <a:spLocks noGrp="1"/>
          </p:cNvSpPr>
          <p:nvPr>
            <p:ph type="ftr" sz="quarter" idx="11"/>
          </p:nvPr>
        </p:nvSpPr>
        <p:spPr/>
        <p:txBody>
          <a:bodyPr/>
          <a:lstStyle/>
          <a:p>
            <a:r>
              <a:rPr lang="en-US"/>
              <a:t>Dr. Mrs  F. M. Inamdar, Department of Computer Engineering , VIT , Pune-37</a:t>
            </a:r>
            <a:endParaRPr lang="en-IN"/>
          </a:p>
        </p:txBody>
      </p:sp>
      <p:sp>
        <p:nvSpPr>
          <p:cNvPr id="4" name="Slide Number Placeholder 3">
            <a:extLst>
              <a:ext uri="{FF2B5EF4-FFF2-40B4-BE49-F238E27FC236}">
                <a16:creationId xmlns="" xmlns:a16="http://schemas.microsoft.com/office/drawing/2014/main" id="{3A2BB12B-D784-9232-2D0C-7D5E3D066CAA}"/>
              </a:ext>
            </a:extLst>
          </p:cNvPr>
          <p:cNvSpPr>
            <a:spLocks noGrp="1"/>
          </p:cNvSpPr>
          <p:nvPr>
            <p:ph type="sldNum" sz="quarter" idx="12"/>
          </p:nvPr>
        </p:nvSpPr>
        <p:spPr/>
        <p:txBody>
          <a:bodyPr/>
          <a:lstStyle/>
          <a:p>
            <a:fld id="{C0895778-A30B-4F8D-9D9F-2B2AF36A4A98}" type="slidenum">
              <a:rPr lang="en-IN" smtClean="0"/>
              <a:t>‹#›</a:t>
            </a:fld>
            <a:endParaRPr lang="en-IN"/>
          </a:p>
        </p:txBody>
      </p:sp>
    </p:spTree>
    <p:extLst>
      <p:ext uri="{BB962C8B-B14F-4D97-AF65-F5344CB8AC3E}">
        <p14:creationId xmlns:p14="http://schemas.microsoft.com/office/powerpoint/2010/main" val="3945110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701171-F368-516A-D2BF-527974F065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FC67F384-F2F2-2D09-516D-A84296334A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4A1DC6E4-DDC7-DF66-BECE-9C719E3B04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C7B79174-EBB9-11F6-A52F-6AA512B86DD8}"/>
              </a:ext>
            </a:extLst>
          </p:cNvPr>
          <p:cNvSpPr>
            <a:spLocks noGrp="1"/>
          </p:cNvSpPr>
          <p:nvPr>
            <p:ph type="dt" sz="half" idx="10"/>
          </p:nvPr>
        </p:nvSpPr>
        <p:spPr/>
        <p:txBody>
          <a:bodyPr/>
          <a:lstStyle/>
          <a:p>
            <a:fld id="{58318292-35ED-F149-86DF-C60EE9F02ACA}" type="datetime1">
              <a:rPr lang="en-IN" smtClean="0"/>
              <a:t>14-07-2026</a:t>
            </a:fld>
            <a:endParaRPr lang="en-IN"/>
          </a:p>
        </p:txBody>
      </p:sp>
      <p:sp>
        <p:nvSpPr>
          <p:cNvPr id="6" name="Footer Placeholder 5">
            <a:extLst>
              <a:ext uri="{FF2B5EF4-FFF2-40B4-BE49-F238E27FC236}">
                <a16:creationId xmlns="" xmlns:a16="http://schemas.microsoft.com/office/drawing/2014/main" id="{85A945C9-38A7-FD66-7010-A3C0B903642E}"/>
              </a:ext>
            </a:extLst>
          </p:cNvPr>
          <p:cNvSpPr>
            <a:spLocks noGrp="1"/>
          </p:cNvSpPr>
          <p:nvPr>
            <p:ph type="ftr" sz="quarter" idx="11"/>
          </p:nvPr>
        </p:nvSpPr>
        <p:spPr/>
        <p:txBody>
          <a:bodyPr/>
          <a:lstStyle/>
          <a:p>
            <a:r>
              <a:rPr lang="en-US"/>
              <a:t>Dr. Mrs  F. M. Inamdar, Department of Computer Engineering , VIT , Pune-37</a:t>
            </a:r>
            <a:endParaRPr lang="en-IN"/>
          </a:p>
        </p:txBody>
      </p:sp>
      <p:sp>
        <p:nvSpPr>
          <p:cNvPr id="7" name="Slide Number Placeholder 6">
            <a:extLst>
              <a:ext uri="{FF2B5EF4-FFF2-40B4-BE49-F238E27FC236}">
                <a16:creationId xmlns="" xmlns:a16="http://schemas.microsoft.com/office/drawing/2014/main" id="{7CB454D1-F0DB-CCB9-D68D-F64ED669C481}"/>
              </a:ext>
            </a:extLst>
          </p:cNvPr>
          <p:cNvSpPr>
            <a:spLocks noGrp="1"/>
          </p:cNvSpPr>
          <p:nvPr>
            <p:ph type="sldNum" sz="quarter" idx="12"/>
          </p:nvPr>
        </p:nvSpPr>
        <p:spPr/>
        <p:txBody>
          <a:bodyPr/>
          <a:lstStyle/>
          <a:p>
            <a:fld id="{C0895778-A30B-4F8D-9D9F-2B2AF36A4A98}" type="slidenum">
              <a:rPr lang="en-IN" smtClean="0"/>
              <a:t>‹#›</a:t>
            </a:fld>
            <a:endParaRPr lang="en-IN"/>
          </a:p>
        </p:txBody>
      </p:sp>
    </p:spTree>
    <p:extLst>
      <p:ext uri="{BB962C8B-B14F-4D97-AF65-F5344CB8AC3E}">
        <p14:creationId xmlns:p14="http://schemas.microsoft.com/office/powerpoint/2010/main" val="3994535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7B6304-3C38-B8FA-406B-285262AD16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ECD3B0DE-F257-DB86-C220-79F31E51D6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DC5CBBC5-B138-65B5-883F-EF9F2B0CF1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F9A42C2-9066-C58B-0452-AC44BE79FA6D}"/>
              </a:ext>
            </a:extLst>
          </p:cNvPr>
          <p:cNvSpPr>
            <a:spLocks noGrp="1"/>
          </p:cNvSpPr>
          <p:nvPr>
            <p:ph type="dt" sz="half" idx="10"/>
          </p:nvPr>
        </p:nvSpPr>
        <p:spPr/>
        <p:txBody>
          <a:bodyPr/>
          <a:lstStyle/>
          <a:p>
            <a:fld id="{ACF68809-92B6-9448-93ED-F192984CF01B}" type="datetime1">
              <a:rPr lang="en-IN" smtClean="0"/>
              <a:t>14-07-2026</a:t>
            </a:fld>
            <a:endParaRPr lang="en-IN"/>
          </a:p>
        </p:txBody>
      </p:sp>
      <p:sp>
        <p:nvSpPr>
          <p:cNvPr id="6" name="Footer Placeholder 5">
            <a:extLst>
              <a:ext uri="{FF2B5EF4-FFF2-40B4-BE49-F238E27FC236}">
                <a16:creationId xmlns="" xmlns:a16="http://schemas.microsoft.com/office/drawing/2014/main" id="{E4EF967A-1E23-DE0D-0423-85B1790966E9}"/>
              </a:ext>
            </a:extLst>
          </p:cNvPr>
          <p:cNvSpPr>
            <a:spLocks noGrp="1"/>
          </p:cNvSpPr>
          <p:nvPr>
            <p:ph type="ftr" sz="quarter" idx="11"/>
          </p:nvPr>
        </p:nvSpPr>
        <p:spPr/>
        <p:txBody>
          <a:bodyPr/>
          <a:lstStyle/>
          <a:p>
            <a:r>
              <a:rPr lang="en-US"/>
              <a:t>Dr. Mrs  F. M. Inamdar, Department of Computer Engineering , VIT , Pune-37</a:t>
            </a:r>
            <a:endParaRPr lang="en-IN"/>
          </a:p>
        </p:txBody>
      </p:sp>
      <p:sp>
        <p:nvSpPr>
          <p:cNvPr id="7" name="Slide Number Placeholder 6">
            <a:extLst>
              <a:ext uri="{FF2B5EF4-FFF2-40B4-BE49-F238E27FC236}">
                <a16:creationId xmlns="" xmlns:a16="http://schemas.microsoft.com/office/drawing/2014/main" id="{2D6B0579-4A34-7FC8-25E1-76644A3E41F9}"/>
              </a:ext>
            </a:extLst>
          </p:cNvPr>
          <p:cNvSpPr>
            <a:spLocks noGrp="1"/>
          </p:cNvSpPr>
          <p:nvPr>
            <p:ph type="sldNum" sz="quarter" idx="12"/>
          </p:nvPr>
        </p:nvSpPr>
        <p:spPr/>
        <p:txBody>
          <a:bodyPr/>
          <a:lstStyle/>
          <a:p>
            <a:fld id="{C0895778-A30B-4F8D-9D9F-2B2AF36A4A98}" type="slidenum">
              <a:rPr lang="en-IN" smtClean="0"/>
              <a:t>‹#›</a:t>
            </a:fld>
            <a:endParaRPr lang="en-IN"/>
          </a:p>
        </p:txBody>
      </p:sp>
    </p:spTree>
    <p:extLst>
      <p:ext uri="{BB962C8B-B14F-4D97-AF65-F5344CB8AC3E}">
        <p14:creationId xmlns:p14="http://schemas.microsoft.com/office/powerpoint/2010/main" val="988695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364521-D441-D1A6-96EC-67B2280776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21163269-683F-EA98-5575-6451C253D4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C62D042-029D-106F-1EBA-BD2D975B6660}"/>
              </a:ext>
            </a:extLst>
          </p:cNvPr>
          <p:cNvSpPr>
            <a:spLocks noGrp="1"/>
          </p:cNvSpPr>
          <p:nvPr>
            <p:ph type="dt" sz="half" idx="10"/>
          </p:nvPr>
        </p:nvSpPr>
        <p:spPr/>
        <p:txBody>
          <a:bodyPr/>
          <a:lstStyle/>
          <a:p>
            <a:fld id="{C42E2492-6009-644F-BB33-77EED93B143C}" type="datetime1">
              <a:rPr lang="en-IN" smtClean="0"/>
              <a:t>14-07-2026</a:t>
            </a:fld>
            <a:endParaRPr lang="en-IN"/>
          </a:p>
        </p:txBody>
      </p:sp>
      <p:sp>
        <p:nvSpPr>
          <p:cNvPr id="5" name="Footer Placeholder 4">
            <a:extLst>
              <a:ext uri="{FF2B5EF4-FFF2-40B4-BE49-F238E27FC236}">
                <a16:creationId xmlns="" xmlns:a16="http://schemas.microsoft.com/office/drawing/2014/main" id="{C9D32ED7-6298-306F-7E56-98B755419ED9}"/>
              </a:ext>
            </a:extLst>
          </p:cNvPr>
          <p:cNvSpPr>
            <a:spLocks noGrp="1"/>
          </p:cNvSpPr>
          <p:nvPr>
            <p:ph type="ftr" sz="quarter" idx="11"/>
          </p:nvPr>
        </p:nvSpPr>
        <p:spPr/>
        <p:txBody>
          <a:bodyPr/>
          <a:lstStyle/>
          <a:p>
            <a:r>
              <a:rPr lang="en-US"/>
              <a:t>Dr. Mrs  F. M. Inamdar, Department of Computer Engineering , VIT , Pune-37</a:t>
            </a:r>
            <a:endParaRPr lang="en-IN"/>
          </a:p>
        </p:txBody>
      </p:sp>
      <p:sp>
        <p:nvSpPr>
          <p:cNvPr id="6" name="Slide Number Placeholder 5">
            <a:extLst>
              <a:ext uri="{FF2B5EF4-FFF2-40B4-BE49-F238E27FC236}">
                <a16:creationId xmlns="" xmlns:a16="http://schemas.microsoft.com/office/drawing/2014/main" id="{454B9B4D-769E-FA1B-8DB5-A0718D3A9346}"/>
              </a:ext>
            </a:extLst>
          </p:cNvPr>
          <p:cNvSpPr>
            <a:spLocks noGrp="1"/>
          </p:cNvSpPr>
          <p:nvPr>
            <p:ph type="sldNum" sz="quarter" idx="12"/>
          </p:nvPr>
        </p:nvSpPr>
        <p:spPr/>
        <p:txBody>
          <a:bodyPr/>
          <a:lstStyle/>
          <a:p>
            <a:fld id="{C0895778-A30B-4F8D-9D9F-2B2AF36A4A98}" type="slidenum">
              <a:rPr lang="en-IN" smtClean="0"/>
              <a:t>‹#›</a:t>
            </a:fld>
            <a:endParaRPr lang="en-IN"/>
          </a:p>
        </p:txBody>
      </p:sp>
    </p:spTree>
    <p:extLst>
      <p:ext uri="{BB962C8B-B14F-4D97-AF65-F5344CB8AC3E}">
        <p14:creationId xmlns:p14="http://schemas.microsoft.com/office/powerpoint/2010/main" val="2677978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50B597E0-4311-F5FC-073D-F2E2E97F4E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5F1B4F81-44D0-0EF5-2832-60DCB5F7E9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4F9EB35-A260-4CBB-A52D-D33FEC36B290}"/>
              </a:ext>
            </a:extLst>
          </p:cNvPr>
          <p:cNvSpPr>
            <a:spLocks noGrp="1"/>
          </p:cNvSpPr>
          <p:nvPr>
            <p:ph type="dt" sz="half" idx="10"/>
          </p:nvPr>
        </p:nvSpPr>
        <p:spPr/>
        <p:txBody>
          <a:bodyPr/>
          <a:lstStyle/>
          <a:p>
            <a:fld id="{65AC4B92-793A-234D-A7C3-786C4B5788BE}" type="datetime1">
              <a:rPr lang="en-IN" smtClean="0"/>
              <a:t>14-07-2026</a:t>
            </a:fld>
            <a:endParaRPr lang="en-IN"/>
          </a:p>
        </p:txBody>
      </p:sp>
      <p:sp>
        <p:nvSpPr>
          <p:cNvPr id="5" name="Footer Placeholder 4">
            <a:extLst>
              <a:ext uri="{FF2B5EF4-FFF2-40B4-BE49-F238E27FC236}">
                <a16:creationId xmlns="" xmlns:a16="http://schemas.microsoft.com/office/drawing/2014/main" id="{8743DC17-5E97-EA84-EA1D-FCBD0882C6A6}"/>
              </a:ext>
            </a:extLst>
          </p:cNvPr>
          <p:cNvSpPr>
            <a:spLocks noGrp="1"/>
          </p:cNvSpPr>
          <p:nvPr>
            <p:ph type="ftr" sz="quarter" idx="11"/>
          </p:nvPr>
        </p:nvSpPr>
        <p:spPr/>
        <p:txBody>
          <a:bodyPr/>
          <a:lstStyle/>
          <a:p>
            <a:r>
              <a:rPr lang="en-US"/>
              <a:t>Dr. Mrs  F. M. Inamdar, Department of Computer Engineering , VIT , Pune-37</a:t>
            </a:r>
            <a:endParaRPr lang="en-IN"/>
          </a:p>
        </p:txBody>
      </p:sp>
      <p:sp>
        <p:nvSpPr>
          <p:cNvPr id="6" name="Slide Number Placeholder 5">
            <a:extLst>
              <a:ext uri="{FF2B5EF4-FFF2-40B4-BE49-F238E27FC236}">
                <a16:creationId xmlns="" xmlns:a16="http://schemas.microsoft.com/office/drawing/2014/main" id="{520CEADB-F80B-B5DF-0D60-1F9129FD674D}"/>
              </a:ext>
            </a:extLst>
          </p:cNvPr>
          <p:cNvSpPr>
            <a:spLocks noGrp="1"/>
          </p:cNvSpPr>
          <p:nvPr>
            <p:ph type="sldNum" sz="quarter" idx="12"/>
          </p:nvPr>
        </p:nvSpPr>
        <p:spPr/>
        <p:txBody>
          <a:bodyPr/>
          <a:lstStyle/>
          <a:p>
            <a:fld id="{C0895778-A30B-4F8D-9D9F-2B2AF36A4A98}" type="slidenum">
              <a:rPr lang="en-IN" smtClean="0"/>
              <a:t>‹#›</a:t>
            </a:fld>
            <a:endParaRPr lang="en-IN"/>
          </a:p>
        </p:txBody>
      </p:sp>
    </p:spTree>
    <p:extLst>
      <p:ext uri="{BB962C8B-B14F-4D97-AF65-F5344CB8AC3E}">
        <p14:creationId xmlns:p14="http://schemas.microsoft.com/office/powerpoint/2010/main" val="3002510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814BF5BE-C5CD-6F8B-0CFE-943D11B2FF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8B4A5F49-31C3-AE88-1AB6-F4A2FEAAE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B198C56-FE33-E2C5-D84B-8EAB9ADC84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DBF067-C797-414B-9B51-963BFC9140D0}" type="datetime1">
              <a:rPr lang="en-IN" smtClean="0"/>
              <a:t>14-07-2026</a:t>
            </a:fld>
            <a:endParaRPr lang="en-IN"/>
          </a:p>
        </p:txBody>
      </p:sp>
      <p:sp>
        <p:nvSpPr>
          <p:cNvPr id="5" name="Footer Placeholder 4">
            <a:extLst>
              <a:ext uri="{FF2B5EF4-FFF2-40B4-BE49-F238E27FC236}">
                <a16:creationId xmlns="" xmlns:a16="http://schemas.microsoft.com/office/drawing/2014/main" id="{F4547641-7063-BB40-1A42-49EBC18D4E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Mrs  F. M. Inamdar, Department of Computer Engineering , VIT , Pune-37</a:t>
            </a:r>
            <a:endParaRPr lang="en-IN"/>
          </a:p>
        </p:txBody>
      </p:sp>
      <p:sp>
        <p:nvSpPr>
          <p:cNvPr id="6" name="Slide Number Placeholder 5">
            <a:extLst>
              <a:ext uri="{FF2B5EF4-FFF2-40B4-BE49-F238E27FC236}">
                <a16:creationId xmlns="" xmlns:a16="http://schemas.microsoft.com/office/drawing/2014/main" id="{5CF56F54-ADFE-4EF3-0440-80FC5ADE7A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895778-A30B-4F8D-9D9F-2B2AF36A4A98}" type="slidenum">
              <a:rPr lang="en-IN" smtClean="0"/>
              <a:t>‹#›</a:t>
            </a:fld>
            <a:endParaRPr lang="en-IN"/>
          </a:p>
        </p:txBody>
      </p:sp>
    </p:spTree>
    <p:extLst>
      <p:ext uri="{BB962C8B-B14F-4D97-AF65-F5344CB8AC3E}">
        <p14:creationId xmlns:p14="http://schemas.microsoft.com/office/powerpoint/2010/main" val="4170623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arati.deshpande1@vit.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6.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7.jp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8.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0.jp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1.jp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2322FD-CCA9-4406-9618-24339941CFF9}"/>
              </a:ext>
            </a:extLst>
          </p:cNvPr>
          <p:cNvSpPr>
            <a:spLocks noGrp="1"/>
          </p:cNvSpPr>
          <p:nvPr>
            <p:ph type="ctrTitle"/>
          </p:nvPr>
        </p:nvSpPr>
        <p:spPr>
          <a:xfrm>
            <a:off x="2358850" y="228600"/>
            <a:ext cx="7516836" cy="902154"/>
          </a:xfrm>
        </p:spPr>
        <p:txBody>
          <a:bodyPr>
            <a:noAutofit/>
          </a:bodyPr>
          <a:lstStyle/>
          <a:p>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UNIT-1 </a:t>
            </a:r>
            <a:r>
              <a:rPr lang="en-US" sz="2800" b="1" dirty="0">
                <a:effectLst/>
                <a:latin typeface="Times New Roman" panose="02020603050405020304" pitchFamily="18" charset="0"/>
                <a:ea typeface="Times New Roman" panose="02020603050405020304" pitchFamily="18" charset="0"/>
              </a:rPr>
              <a:t>Introduction to Object Oriented Programming</a:t>
            </a:r>
            <a:r>
              <a:rPr lang="en-IN" sz="900" dirty="0">
                <a:effectLst/>
              </a:rPr>
              <a:t> </a:t>
            </a:r>
            <a:r>
              <a:rPr lang="en-IN" sz="2800" b="1" dirty="0">
                <a:latin typeface="Times New Roman" panose="02020603050405020304" pitchFamily="18" charset="0"/>
                <a:cs typeface="Times New Roman" panose="02020603050405020304" pitchFamily="18" charset="0"/>
              </a:rPr>
              <a:t> </a:t>
            </a:r>
          </a:p>
        </p:txBody>
      </p:sp>
      <p:sp>
        <p:nvSpPr>
          <p:cNvPr id="3" name="Subtitle 2">
            <a:extLst>
              <a:ext uri="{FF2B5EF4-FFF2-40B4-BE49-F238E27FC236}">
                <a16:creationId xmlns="" xmlns:a16="http://schemas.microsoft.com/office/drawing/2014/main" id="{82E6DDC4-FD95-4802-92CF-9A0A66152708}"/>
              </a:ext>
            </a:extLst>
          </p:cNvPr>
          <p:cNvSpPr>
            <a:spLocks noGrp="1"/>
          </p:cNvSpPr>
          <p:nvPr>
            <p:ph type="subTitle" idx="1"/>
          </p:nvPr>
        </p:nvSpPr>
        <p:spPr>
          <a:xfrm>
            <a:off x="2649927" y="1546248"/>
            <a:ext cx="7214214" cy="984702"/>
          </a:xfrm>
        </p:spPr>
        <p:txBody>
          <a:bodyPr>
            <a:noAutofit/>
          </a:bodyPr>
          <a:lstStyle/>
          <a:p>
            <a:pPr>
              <a:spcBef>
                <a:spcPts val="0"/>
              </a:spcBef>
            </a:pPr>
            <a:r>
              <a:rPr lang="en-IN" sz="1600" dirty="0" err="1">
                <a:latin typeface="Times New Roman" panose="02020603050405020304" pitchFamily="18" charset="0"/>
                <a:cs typeface="Times New Roman" panose="02020603050405020304" pitchFamily="18" charset="0"/>
              </a:rPr>
              <a:t>Dr.</a:t>
            </a:r>
            <a:r>
              <a:rPr lang="en-IN" sz="1600" dirty="0">
                <a:latin typeface="Times New Roman" panose="02020603050405020304" pitchFamily="18" charset="0"/>
                <a:cs typeface="Times New Roman" panose="02020603050405020304" pitchFamily="18" charset="0"/>
              </a:rPr>
              <a:t> </a:t>
            </a:r>
            <a:r>
              <a:rPr lang="en-IN" sz="1600" dirty="0" err="1" smtClean="0">
                <a:latin typeface="Times New Roman" panose="02020603050405020304" pitchFamily="18" charset="0"/>
                <a:cs typeface="Times New Roman" panose="02020603050405020304" pitchFamily="18" charset="0"/>
              </a:rPr>
              <a:t>Arati</a:t>
            </a:r>
            <a:r>
              <a:rPr lang="en-IN" sz="1600" dirty="0" smtClean="0">
                <a:latin typeface="Times New Roman" panose="02020603050405020304" pitchFamily="18" charset="0"/>
                <a:cs typeface="Times New Roman" panose="02020603050405020304" pitchFamily="18" charset="0"/>
              </a:rPr>
              <a:t> V. Deshpande</a:t>
            </a:r>
          </a:p>
          <a:p>
            <a:pPr>
              <a:spcBef>
                <a:spcPts val="0"/>
              </a:spcBef>
            </a:pPr>
            <a:r>
              <a:rPr lang="en-IN" sz="1600" b="1" dirty="0">
                <a:latin typeface="Times New Roman" panose="02020603050405020304" pitchFamily="18" charset="0"/>
                <a:cs typeface="Times New Roman" panose="02020603050405020304" pitchFamily="18" charset="0"/>
                <a:hlinkClick r:id="rId2"/>
              </a:rPr>
              <a:t>a</a:t>
            </a:r>
            <a:r>
              <a:rPr lang="en-IN" sz="1600" b="1" dirty="0" smtClean="0">
                <a:latin typeface="Times New Roman" panose="02020603050405020304" pitchFamily="18" charset="0"/>
                <a:cs typeface="Times New Roman" panose="02020603050405020304" pitchFamily="18" charset="0"/>
                <a:hlinkClick r:id="rId2"/>
              </a:rPr>
              <a:t>rati.deshpande1@vit.edu</a:t>
            </a:r>
            <a:endParaRPr lang="en-IN" sz="1600" b="1" dirty="0" smtClean="0">
              <a:latin typeface="Times New Roman" panose="02020603050405020304" pitchFamily="18" charset="0"/>
              <a:cs typeface="Times New Roman" panose="02020603050405020304" pitchFamily="18" charset="0"/>
            </a:endParaRPr>
          </a:p>
          <a:p>
            <a:pPr>
              <a:spcBef>
                <a:spcPts val="0"/>
              </a:spcBef>
            </a:pPr>
            <a:r>
              <a:rPr lang="en-IN" sz="1600" b="1" dirty="0" smtClean="0">
                <a:latin typeface="Times New Roman" panose="02020603050405020304" pitchFamily="18" charset="0"/>
                <a:cs typeface="Times New Roman" panose="02020603050405020304" pitchFamily="18" charset="0"/>
              </a:rPr>
              <a:t>Department </a:t>
            </a:r>
            <a:r>
              <a:rPr lang="en-IN" sz="1600" b="1" dirty="0">
                <a:latin typeface="Times New Roman" panose="02020603050405020304" pitchFamily="18" charset="0"/>
                <a:cs typeface="Times New Roman" panose="02020603050405020304" pitchFamily="18" charset="0"/>
              </a:rPr>
              <a:t>of </a:t>
            </a:r>
            <a:r>
              <a:rPr lang="en-IN" sz="1600" b="1" dirty="0">
                <a:highlight>
                  <a:srgbClr val="FFFFFF"/>
                </a:highlight>
                <a:latin typeface="Times New Roman" panose="02020603050405020304" pitchFamily="18" charset="0"/>
                <a:cs typeface="Times New Roman" panose="02020603050405020304" pitchFamily="18" charset="0"/>
              </a:rPr>
              <a:t>Computer Engineering</a:t>
            </a:r>
            <a:endParaRPr lang="en-IN" sz="1600" b="1"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 xmlns:a16="http://schemas.microsoft.com/office/drawing/2014/main" id="{82E6DDC4-FD95-4802-92CF-9A0A66152708}"/>
              </a:ext>
            </a:extLst>
          </p:cNvPr>
          <p:cNvSpPr txBox="1">
            <a:spLocks/>
          </p:cNvSpPr>
          <p:nvPr/>
        </p:nvSpPr>
        <p:spPr>
          <a:xfrm>
            <a:off x="1773212" y="4878320"/>
            <a:ext cx="8645581" cy="420461"/>
          </a:xfrm>
          <a:prstGeom prst="rect">
            <a:avLst/>
          </a:prstGeom>
          <a:solidFill>
            <a:srgbClr val="25A2FF"/>
          </a:solidFill>
          <a:ln>
            <a:noFill/>
          </a:ln>
        </p:spPr>
        <p:style>
          <a:lnRef idx="1">
            <a:schemeClr val="accent1"/>
          </a:lnRef>
          <a:fillRef idx="3">
            <a:schemeClr val="accent1"/>
          </a:fillRef>
          <a:effectRef idx="2">
            <a:schemeClr val="accent1"/>
          </a:effectRef>
          <a:fontRef idx="minor">
            <a:schemeClr val="lt1"/>
          </a:fontRef>
        </p:style>
        <p:txBody>
          <a:bodyPr vert="horz" lIns="68580" tIns="34290" rIns="68580" bIns="3429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40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IN" sz="2000" b="1" dirty="0">
                <a:solidFill>
                  <a:schemeClr val="bg1"/>
                </a:solidFill>
                <a:latin typeface="Arial" pitchFamily="34" charset="0"/>
                <a:cs typeface="Arial" pitchFamily="34" charset="0"/>
              </a:rPr>
              <a:t>BRACT’s, Vishwakarma Institute of Technology, Pune-37</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5827" y="2859441"/>
            <a:ext cx="1326236" cy="1499600"/>
          </a:xfrm>
          <a:prstGeom prst="rect">
            <a:avLst/>
          </a:prstGeom>
        </p:spPr>
      </p:pic>
      <p:sp>
        <p:nvSpPr>
          <p:cNvPr id="6" name="Rectangle 5"/>
          <p:cNvSpPr/>
          <p:nvPr/>
        </p:nvSpPr>
        <p:spPr>
          <a:xfrm>
            <a:off x="1931052" y="5285174"/>
            <a:ext cx="8349342" cy="646331"/>
          </a:xfrm>
          <a:prstGeom prst="rect">
            <a:avLst/>
          </a:prstGeom>
        </p:spPr>
        <p:txBody>
          <a:bodyPr wrap="square">
            <a:spAutoFit/>
          </a:bodyPr>
          <a:lstStyle/>
          <a:p>
            <a:pPr algn="ctr"/>
            <a:r>
              <a:rPr lang="en-IN" b="1" dirty="0">
                <a:solidFill>
                  <a:schemeClr val="tx1">
                    <a:lumMod val="50000"/>
                    <a:lumOff val="50000"/>
                  </a:schemeClr>
                </a:solidFill>
                <a:latin typeface="Arial" pitchFamily="34" charset="0"/>
                <a:cs typeface="Arial" pitchFamily="34" charset="0"/>
              </a:rPr>
              <a:t>(An Autonomous Institute affiliated to Savitribai Phule Pune University)</a:t>
            </a:r>
          </a:p>
          <a:p>
            <a:pPr algn="ctr"/>
            <a:r>
              <a:rPr lang="en-IN" b="1" dirty="0">
                <a:solidFill>
                  <a:schemeClr val="tx1">
                    <a:lumMod val="50000"/>
                    <a:lumOff val="50000"/>
                  </a:schemeClr>
                </a:solidFill>
                <a:latin typeface="Arial" pitchFamily="34" charset="0"/>
                <a:cs typeface="Arial" pitchFamily="34" charset="0"/>
              </a:rPr>
              <a:t>(NBA and NAAC accredited, ISO 9001:2015 certified) </a:t>
            </a:r>
          </a:p>
        </p:txBody>
      </p:sp>
      <p:sp>
        <p:nvSpPr>
          <p:cNvPr id="8" name="Slide Number Placeholder 7">
            <a:extLst>
              <a:ext uri="{FF2B5EF4-FFF2-40B4-BE49-F238E27FC236}">
                <a16:creationId xmlns="" xmlns:a16="http://schemas.microsoft.com/office/drawing/2014/main" id="{D9CDB905-76D0-E22C-79F3-208419C5D1A7}"/>
              </a:ext>
            </a:extLst>
          </p:cNvPr>
          <p:cNvSpPr>
            <a:spLocks noGrp="1"/>
          </p:cNvSpPr>
          <p:nvPr>
            <p:ph type="sldNum" sz="quarter" idx="12"/>
          </p:nvPr>
        </p:nvSpPr>
        <p:spPr/>
        <p:txBody>
          <a:bodyPr/>
          <a:lstStyle/>
          <a:p>
            <a:fld id="{B426D428-9FA0-4A24-A025-E1E5D4A0AAC6}" type="slidenum">
              <a:rPr lang="en-IN" smtClean="0"/>
              <a:t>1</a:t>
            </a:fld>
            <a:endParaRPr lang="en-IN"/>
          </a:p>
        </p:txBody>
      </p:sp>
    </p:spTree>
    <p:extLst>
      <p:ext uri="{BB962C8B-B14F-4D97-AF65-F5344CB8AC3E}">
        <p14:creationId xmlns:p14="http://schemas.microsoft.com/office/powerpoint/2010/main" val="26751402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78FBAD3-C894-1908-0DDE-108F0814CB99}"/>
            </a:ext>
          </a:extLst>
        </p:cNvPr>
        <p:cNvGrpSpPr/>
        <p:nvPr/>
      </p:nvGrpSpPr>
      <p:grpSpPr>
        <a:xfrm>
          <a:off x="0" y="0"/>
          <a:ext cx="0" cy="0"/>
          <a:chOff x="0" y="0"/>
          <a:chExt cx="0" cy="0"/>
        </a:xfrm>
      </p:grpSpPr>
      <p:sp>
        <p:nvSpPr>
          <p:cNvPr id="5" name="Title 4">
            <a:extLst>
              <a:ext uri="{FF2B5EF4-FFF2-40B4-BE49-F238E27FC236}">
                <a16:creationId xmlns="" xmlns:a16="http://schemas.microsoft.com/office/drawing/2014/main" id="{6D915E4D-1F1E-8613-2A01-DAB290F54BDE}"/>
              </a:ext>
            </a:extLst>
          </p:cNvPr>
          <p:cNvSpPr>
            <a:spLocks noGrp="1"/>
          </p:cNvSpPr>
          <p:nvPr>
            <p:ph type="title"/>
          </p:nvPr>
        </p:nvSpPr>
        <p:spPr>
          <a:xfrm>
            <a:off x="838200" y="365126"/>
            <a:ext cx="10515600" cy="679904"/>
          </a:xfrm>
        </p:spPr>
        <p:txBody>
          <a:bodyPr>
            <a:normAutofit fontScale="90000"/>
          </a:bodyPr>
          <a:lstStyle/>
          <a:p>
            <a:r>
              <a:rPr lang="en-US" b="1" dirty="0">
                <a:latin typeface="Times New Roman" panose="02020603050405020304" pitchFamily="18" charset="0"/>
                <a:cs typeface="Times New Roman" panose="02020603050405020304" pitchFamily="18" charset="0"/>
              </a:rPr>
              <a:t>Unit Objective and Outcome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07A397D2-F3A0-D388-18DA-F1C982E9DC2F}"/>
              </a:ext>
            </a:extLst>
          </p:cNvPr>
          <p:cNvSpPr>
            <a:spLocks noGrp="1"/>
          </p:cNvSpPr>
          <p:nvPr>
            <p:ph idx="1"/>
          </p:nvPr>
        </p:nvSpPr>
        <p:spPr>
          <a:xfrm>
            <a:off x="838200" y="2031255"/>
            <a:ext cx="10515600" cy="2522440"/>
          </a:xfrm>
        </p:spPr>
        <p:txBody>
          <a:bodyPr>
            <a:noAutofit/>
          </a:bodyPr>
          <a:lstStyle/>
          <a:p>
            <a:pPr algn="just"/>
            <a:r>
              <a:rPr lang="en-IN" b="1" dirty="0">
                <a:latin typeface="Times New Roman" panose="02020603050405020304" pitchFamily="18" charset="0"/>
                <a:cs typeface="Times New Roman" panose="02020603050405020304" pitchFamily="18" charset="0"/>
              </a:rPr>
              <a:t>Unit Objectives:</a:t>
            </a:r>
          </a:p>
          <a:p>
            <a:pPr marL="0" indent="0" algn="just">
              <a:buNone/>
            </a:pPr>
            <a:r>
              <a:rPr lang="en-US" dirty="0">
                <a:latin typeface="Times New Roman" panose="02020603050405020304" pitchFamily="18" charset="0"/>
                <a:cs typeface="Times New Roman" panose="02020603050405020304" pitchFamily="18" charset="0"/>
              </a:rPr>
              <a:t>	Differentiate various programming paradigms.</a:t>
            </a:r>
            <a:r>
              <a:rPr lang="en-IN"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Unit Outcomes:</a:t>
            </a:r>
            <a:endParaRPr lang="en-IN"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Understand object-oriented programming features.</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p>
          <a:p>
            <a:pPr marL="0" indent="0" algn="just">
              <a:buNone/>
            </a:pP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5BCB8C61-F6BE-F982-19AE-AFE1A6736A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
        <p:nvSpPr>
          <p:cNvPr id="7" name="Slide Number Placeholder 6">
            <a:extLst>
              <a:ext uri="{FF2B5EF4-FFF2-40B4-BE49-F238E27FC236}">
                <a16:creationId xmlns="" xmlns:a16="http://schemas.microsoft.com/office/drawing/2014/main" id="{15C70B2A-97A7-FFDB-6C98-9DA8D35C310B}"/>
              </a:ext>
            </a:extLst>
          </p:cNvPr>
          <p:cNvSpPr>
            <a:spLocks noGrp="1"/>
          </p:cNvSpPr>
          <p:nvPr>
            <p:ph type="sldNum" sz="quarter" idx="12"/>
          </p:nvPr>
        </p:nvSpPr>
        <p:spPr/>
        <p:txBody>
          <a:bodyPr/>
          <a:lstStyle/>
          <a:p>
            <a:fld id="{B426D428-9FA0-4A24-A025-E1E5D4A0AAC6}" type="slidenum">
              <a:rPr lang="en-IN" smtClean="0"/>
              <a:t>2</a:t>
            </a:fld>
            <a:endParaRPr lang="en-IN"/>
          </a:p>
        </p:txBody>
      </p:sp>
    </p:spTree>
    <p:extLst>
      <p:ext uri="{BB962C8B-B14F-4D97-AF65-F5344CB8AC3E}">
        <p14:creationId xmlns:p14="http://schemas.microsoft.com/office/powerpoint/2010/main" val="40645767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8F6DFA3-186D-0472-3C03-90F1A7B29111}"/>
              </a:ext>
            </a:extLst>
          </p:cNvPr>
          <p:cNvSpPr>
            <a:spLocks noGrp="1"/>
          </p:cNvSpPr>
          <p:nvPr>
            <p:ph type="title"/>
          </p:nvPr>
        </p:nvSpPr>
        <p:spPr>
          <a:xfrm>
            <a:off x="838200" y="365126"/>
            <a:ext cx="10515600" cy="679904"/>
          </a:xfrm>
        </p:spPr>
        <p:txBody>
          <a:bodyPr>
            <a:normAutofit fontScale="90000"/>
          </a:bodyPr>
          <a:lstStyle/>
          <a:p>
            <a:r>
              <a:rPr lang="en-US" b="1" dirty="0">
                <a:latin typeface="Times New Roman" panose="02020603050405020304" pitchFamily="18" charset="0"/>
                <a:cs typeface="Times New Roman" panose="02020603050405020304" pitchFamily="18" charset="0"/>
              </a:rPr>
              <a:t>Content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D97EBFE1-5FE4-2EA4-28B8-10CD10544489}"/>
              </a:ext>
            </a:extLst>
          </p:cNvPr>
          <p:cNvSpPr>
            <a:spLocks noGrp="1"/>
          </p:cNvSpPr>
          <p:nvPr>
            <p:ph idx="1"/>
          </p:nvPr>
        </p:nvSpPr>
        <p:spPr>
          <a:xfrm>
            <a:off x="838200" y="1135160"/>
            <a:ext cx="10515600" cy="5088358"/>
          </a:xfrm>
        </p:spPr>
        <p:txBody>
          <a:bodyPr>
            <a:noAutofit/>
          </a:bodyPr>
          <a:lstStyle/>
          <a:p>
            <a:pPr algn="just"/>
            <a:r>
              <a:rPr lang="en-US" dirty="0">
                <a:latin typeface="Times New Roman" panose="02020603050405020304" pitchFamily="18" charset="0"/>
                <a:cs typeface="Times New Roman" panose="02020603050405020304" pitchFamily="18" charset="0"/>
              </a:rPr>
              <a:t>Programming Paradigms</a:t>
            </a:r>
          </a:p>
          <a:p>
            <a:pPr lvl="1" algn="just"/>
            <a:r>
              <a:rPr lang="en-US" dirty="0">
                <a:latin typeface="Times New Roman" panose="02020603050405020304" pitchFamily="18" charset="0"/>
                <a:cs typeface="Times New Roman" panose="02020603050405020304" pitchFamily="18" charset="0"/>
              </a:rPr>
              <a:t>Imperative and Declarative</a:t>
            </a:r>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Procedural programming paradigm and its limitations</a:t>
            </a:r>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Need of Object-Oriented Programming</a:t>
            </a:r>
            <a:r>
              <a:rPr lang="en-IN"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Fundamentals of Object-Oriented Programming</a:t>
            </a:r>
            <a:r>
              <a:rPr lang="en-IN" dirty="0">
                <a:latin typeface="Times New Roman" panose="02020603050405020304" pitchFamily="18" charset="0"/>
                <a:cs typeface="Times New Roman" panose="02020603050405020304" pitchFamily="18" charset="0"/>
              </a:rPr>
              <a:t> </a:t>
            </a:r>
          </a:p>
          <a:p>
            <a:pPr lvl="1" algn="just"/>
            <a:r>
              <a:rPr lang="en-US" dirty="0">
                <a:latin typeface="Times New Roman" panose="02020603050405020304" pitchFamily="18" charset="0"/>
                <a:cs typeface="Times New Roman" panose="02020603050405020304" pitchFamily="18" charset="0"/>
              </a:rPr>
              <a:t>Objects, Classes, Data Members, Methods, Data Encapsulation, Data Abstraction and Information Hiding, Inheritance, Polymorphism, Static and Dynamic Binding</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Message Passing</a:t>
            </a:r>
            <a:r>
              <a:rPr lang="en-IN" dirty="0">
                <a:latin typeface="Times New Roman" panose="02020603050405020304" pitchFamily="18" charset="0"/>
                <a:cs typeface="Times New Roman" panose="02020603050405020304" pitchFamily="18" charset="0"/>
              </a:rPr>
              <a:t> </a:t>
            </a:r>
          </a:p>
          <a:p>
            <a:pPr algn="just"/>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3336073A-9575-6E01-F499-A166FBBA7E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
        <p:nvSpPr>
          <p:cNvPr id="7" name="Slide Number Placeholder 6">
            <a:extLst>
              <a:ext uri="{FF2B5EF4-FFF2-40B4-BE49-F238E27FC236}">
                <a16:creationId xmlns="" xmlns:a16="http://schemas.microsoft.com/office/drawing/2014/main" id="{F3B7D069-7658-32E7-5283-935CEA14447B}"/>
              </a:ext>
            </a:extLst>
          </p:cNvPr>
          <p:cNvSpPr>
            <a:spLocks noGrp="1"/>
          </p:cNvSpPr>
          <p:nvPr>
            <p:ph type="sldNum" sz="quarter" idx="12"/>
          </p:nvPr>
        </p:nvSpPr>
        <p:spPr/>
        <p:txBody>
          <a:bodyPr/>
          <a:lstStyle/>
          <a:p>
            <a:fld id="{B426D428-9FA0-4A24-A025-E1E5D4A0AAC6}" type="slidenum">
              <a:rPr lang="en-IN" smtClean="0"/>
              <a:t>3</a:t>
            </a:fld>
            <a:endParaRPr lang="en-IN"/>
          </a:p>
        </p:txBody>
      </p:sp>
    </p:spTree>
    <p:extLst>
      <p:ext uri="{BB962C8B-B14F-4D97-AF65-F5344CB8AC3E}">
        <p14:creationId xmlns:p14="http://schemas.microsoft.com/office/powerpoint/2010/main" val="22854270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 xmlns:a16="http://schemas.microsoft.com/office/drawing/2014/main" id="{01EFC065-9D4F-96A1-4A77-5EA1235C37D1}"/>
              </a:ext>
            </a:extLst>
          </p:cNvPr>
          <p:cNvSpPr>
            <a:spLocks noGrp="1" noChangeArrowheads="1"/>
          </p:cNvSpPr>
          <p:nvPr>
            <p:ph type="body" idx="1"/>
          </p:nvPr>
        </p:nvSpPr>
        <p:spPr>
          <a:xfrm>
            <a:off x="1443136" y="1555750"/>
            <a:ext cx="9429652" cy="4845050"/>
          </a:xfrm>
        </p:spPr>
        <p:txBody>
          <a:bodyPr vert="horz" lIns="0" tIns="0" rIns="0" bIns="0" rtlCol="0">
            <a:normAutofit/>
          </a:bodyPr>
          <a:lstStyle/>
          <a:p>
            <a:pPr>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   A </a:t>
            </a:r>
            <a:r>
              <a:rPr lang="en-US" dirty="0"/>
              <a:t>programming paradigm is a method or approach that programmers use to write programs and solve </a:t>
            </a:r>
            <a:r>
              <a:rPr lang="en-US" dirty="0" smtClean="0"/>
              <a:t>problems.</a:t>
            </a:r>
            <a:r>
              <a:rPr lang="en-GB" altLang="en-US" dirty="0" smtClean="0">
                <a:latin typeface="Times New Roman" panose="02020603050405020304" pitchFamily="18" charset="0"/>
                <a:cs typeface="Times New Roman" panose="02020603050405020304" pitchFamily="18" charset="0"/>
              </a:rPr>
              <a:t>There </a:t>
            </a:r>
            <a:r>
              <a:rPr lang="en-GB" altLang="en-US" dirty="0">
                <a:latin typeface="Times New Roman" panose="02020603050405020304" pitchFamily="18" charset="0"/>
                <a:cs typeface="Times New Roman" panose="02020603050405020304" pitchFamily="18" charset="0"/>
              </a:rPr>
              <a:t>are four main programming paradigms: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Imperative</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Object-oriented</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Functional</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Logic (declarative)</a:t>
            </a:r>
          </a:p>
        </p:txBody>
      </p:sp>
      <p:sp>
        <p:nvSpPr>
          <p:cNvPr id="10243" name="Rectangle 7">
            <a:extLst>
              <a:ext uri="{FF2B5EF4-FFF2-40B4-BE49-F238E27FC236}">
                <a16:creationId xmlns="" xmlns:a16="http://schemas.microsoft.com/office/drawing/2014/main" id="{A6A87ED1-3874-66C3-A545-96799D84087C}"/>
              </a:ext>
            </a:extLst>
          </p:cNvPr>
          <p:cNvSpPr>
            <a:spLocks noGrp="1" noChangeArrowheads="1"/>
          </p:cNvSpPr>
          <p:nvPr>
            <p:ph type="title"/>
          </p:nvPr>
        </p:nvSpPr>
        <p:spPr>
          <a:xfrm>
            <a:off x="1443136" y="209839"/>
            <a:ext cx="7947025" cy="1066800"/>
          </a:xfrm>
        </p:spPr>
        <p:txBody>
          <a:bodyPr>
            <a:normAutofit/>
          </a:bodyPr>
          <a:lstStyle/>
          <a:p>
            <a:r>
              <a:rPr lang="en-US" altLang="en-US" sz="4000" b="1" dirty="0">
                <a:solidFill>
                  <a:schemeClr val="tx1"/>
                </a:solidFill>
                <a:latin typeface="Times New Roman" panose="02020603050405020304" pitchFamily="18" charset="0"/>
                <a:cs typeface="Times New Roman" panose="02020603050405020304" pitchFamily="18" charset="0"/>
              </a:rPr>
              <a:t>Programming Paradigms</a:t>
            </a:r>
            <a:endParaRPr lang="en-US" altLang="en-US" sz="4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 xmlns:a16="http://schemas.microsoft.com/office/drawing/2014/main" id="{04790312-E88B-04A7-E832-7A5BD94C11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a:extLst>
              <a:ext uri="{FF2B5EF4-FFF2-40B4-BE49-F238E27FC236}">
                <a16:creationId xmlns="" xmlns:a16="http://schemas.microsoft.com/office/drawing/2014/main" id="{25BF84FB-DB3C-F0B8-9B4B-F8265A3C2A88}"/>
              </a:ext>
            </a:extLst>
          </p:cNvPr>
          <p:cNvSpPr>
            <a:spLocks noGrp="1" noChangeArrowheads="1"/>
          </p:cNvSpPr>
          <p:nvPr>
            <p:ph type="title"/>
          </p:nvPr>
        </p:nvSpPr>
        <p:spPr>
          <a:xfrm>
            <a:off x="1613141" y="323401"/>
            <a:ext cx="7951787" cy="1268575"/>
          </a:xfrm>
        </p:spPr>
        <p:txBody>
          <a:bodyPr vert="horz" lIns="0" tIns="0" rIns="0" bIns="0" rtlCol="0" anchor="ctr">
            <a:normAutofit/>
          </a:bodyPr>
          <a:lstStyle/>
          <a:p>
            <a:pPr>
              <a:tabLst>
                <a:tab pos="20638" algn="l"/>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4000" b="1" dirty="0">
                <a:latin typeface="Times New Roman" panose="02020603050405020304" pitchFamily="18" charset="0"/>
                <a:cs typeface="Times New Roman" panose="02020603050405020304" pitchFamily="18" charset="0"/>
              </a:rPr>
              <a:t>Imperative Paradigm</a:t>
            </a:r>
          </a:p>
        </p:txBody>
      </p:sp>
      <p:sp>
        <p:nvSpPr>
          <p:cNvPr id="11267" name="Rectangle 2">
            <a:extLst>
              <a:ext uri="{FF2B5EF4-FFF2-40B4-BE49-F238E27FC236}">
                <a16:creationId xmlns="" xmlns:a16="http://schemas.microsoft.com/office/drawing/2014/main" id="{4DC1A0BC-831C-34D6-C854-2494E7DCF28B}"/>
              </a:ext>
            </a:extLst>
          </p:cNvPr>
          <p:cNvSpPr>
            <a:spLocks noGrp="1" noChangeArrowheads="1"/>
          </p:cNvSpPr>
          <p:nvPr>
            <p:ph type="body" idx="1"/>
          </p:nvPr>
        </p:nvSpPr>
        <p:spPr>
          <a:xfrm>
            <a:off x="1613140" y="1591976"/>
            <a:ext cx="9492663" cy="4077304"/>
          </a:xfrm>
        </p:spPr>
        <p:txBody>
          <a:bodyPr vert="horz" lIns="0" tIns="0" rIns="0" bIns="0" rtlCol="0">
            <a:normAutofit/>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a:t>S</a:t>
            </a:r>
            <a:r>
              <a:rPr lang="en-US" dirty="0" smtClean="0"/>
              <a:t>trongly </a:t>
            </a:r>
            <a:r>
              <a:rPr lang="en-US" dirty="0"/>
              <a:t>associated with machine-level operations and the Von Neumann architecture. </a:t>
            </a:r>
            <a:endParaRPr lang="en-US" dirty="0" smtClean="0"/>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It </a:t>
            </a:r>
            <a:r>
              <a:rPr lang="en-US" dirty="0"/>
              <a:t>follows a sequential approach in which program execution proceeds through a series of step-by-step instructions</a:t>
            </a:r>
            <a:r>
              <a:rPr lang="en-US" dirty="0" smtClean="0"/>
              <a:t>.</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 </a:t>
            </a:r>
            <a:r>
              <a:rPr lang="en-US" dirty="0"/>
              <a:t>The program state is modified using assignment statements, enabling the computation to progress until the intended outcome is achieved.</a:t>
            </a:r>
            <a:endParaRPr lang="en-GB" altLang="en-US" dirty="0" smtClean="0">
              <a:latin typeface="Times New Roman" panose="02020603050405020304" pitchFamily="18" charset="0"/>
              <a:cs typeface="Times New Roman" panose="02020603050405020304" pitchFamily="18" charset="0"/>
            </a:endParaRPr>
          </a:p>
          <a:p>
            <a:pPr>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smtClean="0">
                <a:latin typeface="Times New Roman" panose="02020603050405020304" pitchFamily="18" charset="0"/>
                <a:cs typeface="Times New Roman" panose="02020603050405020304" pitchFamily="18" charset="0"/>
              </a:rPr>
              <a:t>Example </a:t>
            </a:r>
            <a:r>
              <a:rPr lang="en-GB" altLang="en-US" dirty="0">
                <a:latin typeface="Times New Roman" panose="02020603050405020304" pitchFamily="18" charset="0"/>
                <a:cs typeface="Times New Roman" panose="02020603050405020304" pitchFamily="18" charset="0"/>
              </a:rPr>
              <a:t>imperative languages: </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	Cobol, Fortran, C, Ada, Perl, …</a:t>
            </a:r>
            <a:endParaRPr lang="en-GB" altLang="en-US" i="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 xmlns:a16="http://schemas.microsoft.com/office/drawing/2014/main" id="{833EDB8E-0BA6-5DE2-FEA6-C700F3D9EA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 xmlns:a16="http://schemas.microsoft.com/office/drawing/2014/main" id="{D1D9CA70-4E66-C3B9-3DD8-481B575AC5E7}"/>
              </a:ext>
            </a:extLst>
          </p:cNvPr>
          <p:cNvSpPr>
            <a:spLocks noGrp="1" noChangeArrowheads="1"/>
          </p:cNvSpPr>
          <p:nvPr>
            <p:ph type="title"/>
          </p:nvPr>
        </p:nvSpPr>
        <p:spPr>
          <a:xfrm>
            <a:off x="2122489" y="0"/>
            <a:ext cx="7951787" cy="2363788"/>
          </a:xfrm>
        </p:spPr>
        <p:txBody>
          <a:bodyPr vert="horz" lIns="0" tIns="0" rIns="0" bIns="0" rtlCol="0" anchor="ctr">
            <a:normAutofit/>
          </a:bodyPr>
          <a:lstStyle/>
          <a:p>
            <a:pPr>
              <a:tabLst>
                <a:tab pos="20638" algn="l"/>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4000" b="1" dirty="0">
                <a:latin typeface="Times New Roman" panose="02020603050405020304" pitchFamily="18" charset="0"/>
                <a:cs typeface="Times New Roman" panose="02020603050405020304" pitchFamily="18" charset="0"/>
              </a:rPr>
              <a:t>The von Neumann-Eckert Model</a:t>
            </a:r>
          </a:p>
        </p:txBody>
      </p:sp>
      <p:pic>
        <p:nvPicPr>
          <p:cNvPr id="12291" name="Picture 7" descr="Picture 3">
            <a:extLst>
              <a:ext uri="{FF2B5EF4-FFF2-40B4-BE49-F238E27FC236}">
                <a16:creationId xmlns="" xmlns:a16="http://schemas.microsoft.com/office/drawing/2014/main" id="{3D792CF3-508C-91E1-9A08-25D0DD56E1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1" y="1905000"/>
            <a:ext cx="6785955"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 xmlns:a16="http://schemas.microsoft.com/office/drawing/2014/main" id="{FC337CCD-F5A2-AFF6-1C47-E3205489DC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a:extLst>
              <a:ext uri="{FF2B5EF4-FFF2-40B4-BE49-F238E27FC236}">
                <a16:creationId xmlns="" xmlns:a16="http://schemas.microsoft.com/office/drawing/2014/main" id="{4A28BC6E-A017-CF1F-3935-62DC0EB80E9D}"/>
              </a:ext>
            </a:extLst>
          </p:cNvPr>
          <p:cNvSpPr>
            <a:spLocks noGrp="1" noChangeArrowheads="1"/>
          </p:cNvSpPr>
          <p:nvPr>
            <p:ph type="title"/>
          </p:nvPr>
        </p:nvSpPr>
        <p:spPr>
          <a:xfrm>
            <a:off x="1645921" y="136525"/>
            <a:ext cx="8428356" cy="1243388"/>
          </a:xfrm>
        </p:spPr>
        <p:txBody>
          <a:bodyPr vert="horz" lIns="0" tIns="0" rIns="0" bIns="0" rtlCol="0" anchor="ctr">
            <a:normAutofit/>
          </a:bodyPr>
          <a:lstStyle/>
          <a:p>
            <a:pPr>
              <a:tabLst>
                <a:tab pos="20638" algn="l"/>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4000" b="1" dirty="0">
                <a:latin typeface="Times New Roman" panose="02020603050405020304" pitchFamily="18" charset="0"/>
                <a:cs typeface="Times New Roman" panose="02020603050405020304" pitchFamily="18" charset="0"/>
              </a:rPr>
              <a:t>Object-oriented (OO) Paradigm</a:t>
            </a:r>
          </a:p>
        </p:txBody>
      </p:sp>
      <p:sp>
        <p:nvSpPr>
          <p:cNvPr id="13315" name="Rectangle 2">
            <a:extLst>
              <a:ext uri="{FF2B5EF4-FFF2-40B4-BE49-F238E27FC236}">
                <a16:creationId xmlns="" xmlns:a16="http://schemas.microsoft.com/office/drawing/2014/main" id="{822E5B7C-8231-5785-A621-B9EA1ED502EB}"/>
              </a:ext>
            </a:extLst>
          </p:cNvPr>
          <p:cNvSpPr>
            <a:spLocks noGrp="1" noChangeArrowheads="1"/>
          </p:cNvSpPr>
          <p:nvPr>
            <p:ph type="body" idx="1"/>
          </p:nvPr>
        </p:nvSpPr>
        <p:spPr>
          <a:xfrm>
            <a:off x="1512916" y="1143001"/>
            <a:ext cx="9235948" cy="4609406"/>
          </a:xfrm>
        </p:spPr>
        <p:txBody>
          <a:bodyPr vert="horz" lIns="0" tIns="0" rIns="0" bIns="0" rtlCol="0">
            <a:noAutofit/>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a:latin typeface="Times New Roman" panose="02020603050405020304" pitchFamily="18" charset="0"/>
                <a:cs typeface="Times New Roman" panose="02020603050405020304" pitchFamily="18" charset="0"/>
              </a:rPr>
              <a:t>Object-oriented programming (OOP) is a programming paradigm that uses "objects".</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altLang="en-US" dirty="0">
                <a:latin typeface="Times New Roman" panose="02020603050405020304" pitchFamily="18" charset="0"/>
                <a:cs typeface="Times New Roman" panose="02020603050405020304" pitchFamily="18" charset="0"/>
              </a:rPr>
              <a:t>A module in an OOP paradigm  is made to be a collection of classes and objects rather than dividing an entire program into many subprograms or functions.</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altLang="en-US" dirty="0">
                <a:latin typeface="Times New Roman" panose="02020603050405020304" pitchFamily="18" charset="0"/>
                <a:cs typeface="Times New Roman" panose="02020603050405020304" pitchFamily="18" charset="0"/>
              </a:rPr>
              <a:t>Data is hidden can not be easily accessed by external functions.</a:t>
            </a:r>
            <a:endParaRPr lang="en-GB" altLang="en-US" dirty="0">
              <a:latin typeface="Times New Roman" panose="02020603050405020304" pitchFamily="18" charset="0"/>
              <a:cs typeface="Times New Roman" panose="02020603050405020304" pitchFamily="18" charset="0"/>
            </a:endParaRPr>
          </a:p>
          <a:p>
            <a:pPr>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   When studying OO, we learn about:</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Times New Roman" panose="02020603050405020304" pitchFamily="18" charset="0"/>
                <a:cs typeface="Times New Roman" panose="02020603050405020304" pitchFamily="18" charset="0"/>
              </a:rPr>
              <a:t>Sending Messages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Times New Roman" panose="02020603050405020304" pitchFamily="18" charset="0"/>
                <a:cs typeface="Times New Roman" panose="02020603050405020304" pitchFamily="18" charset="0"/>
              </a:rPr>
              <a:t>Inheritance</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Times New Roman" panose="02020603050405020304" pitchFamily="18" charset="0"/>
                <a:cs typeface="Times New Roman" panose="02020603050405020304" pitchFamily="18" charset="0"/>
              </a:rPr>
              <a:t>Polymorphism</a:t>
            </a:r>
          </a:p>
          <a:p>
            <a:pPr>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   Example OO languages:</a:t>
            </a:r>
          </a:p>
          <a:p>
            <a:pPr>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	Smalltalk, Java, C++, C#, and Python</a:t>
            </a:r>
          </a:p>
        </p:txBody>
      </p:sp>
      <p:pic>
        <p:nvPicPr>
          <p:cNvPr id="2" name="Picture 1">
            <a:extLst>
              <a:ext uri="{FF2B5EF4-FFF2-40B4-BE49-F238E27FC236}">
                <a16:creationId xmlns="" xmlns:a16="http://schemas.microsoft.com/office/drawing/2014/main" id="{E9E82F65-6FA8-2B2B-E071-F8A795553B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a:extLst>
              <a:ext uri="{FF2B5EF4-FFF2-40B4-BE49-F238E27FC236}">
                <a16:creationId xmlns="" xmlns:a16="http://schemas.microsoft.com/office/drawing/2014/main" id="{9B4AD674-E1DE-6A51-6B2E-137535670E86}"/>
              </a:ext>
            </a:extLst>
          </p:cNvPr>
          <p:cNvSpPr>
            <a:spLocks noGrp="1" noChangeArrowheads="1"/>
          </p:cNvSpPr>
          <p:nvPr>
            <p:ph type="title"/>
          </p:nvPr>
        </p:nvSpPr>
        <p:spPr>
          <a:xfrm>
            <a:off x="2122489" y="0"/>
            <a:ext cx="8883562" cy="957689"/>
          </a:xfrm>
        </p:spPr>
        <p:txBody>
          <a:bodyPr vert="horz" lIns="0" tIns="0" rIns="0" bIns="0" rtlCol="0" anchor="ctr">
            <a:normAutofit/>
          </a:bodyPr>
          <a:lstStyle/>
          <a:p>
            <a:pPr>
              <a:tabLst>
                <a:tab pos="20638" algn="l"/>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4000" b="1" dirty="0">
                <a:latin typeface="Times New Roman" panose="02020603050405020304" pitchFamily="18" charset="0"/>
                <a:cs typeface="Times New Roman" panose="02020603050405020304" pitchFamily="18" charset="0"/>
              </a:rPr>
              <a:t>Functional Paradigm</a:t>
            </a:r>
          </a:p>
        </p:txBody>
      </p:sp>
      <p:sp>
        <p:nvSpPr>
          <p:cNvPr id="14339" name="Rectangle 2">
            <a:extLst>
              <a:ext uri="{FF2B5EF4-FFF2-40B4-BE49-F238E27FC236}">
                <a16:creationId xmlns="" xmlns:a16="http://schemas.microsoft.com/office/drawing/2014/main" id="{E152A995-5095-B4BA-E8EE-8995A12AF6B8}"/>
              </a:ext>
            </a:extLst>
          </p:cNvPr>
          <p:cNvSpPr>
            <a:spLocks noGrp="1" noChangeArrowheads="1"/>
          </p:cNvSpPr>
          <p:nvPr>
            <p:ph type="body" idx="1"/>
          </p:nvPr>
        </p:nvSpPr>
        <p:spPr>
          <a:xfrm>
            <a:off x="2133600" y="957690"/>
            <a:ext cx="8305800" cy="4728216"/>
          </a:xfrm>
        </p:spPr>
        <p:txBody>
          <a:bodyPr vert="horz" lIns="0" tIns="0" rIns="0" bIns="0" rtlCol="0">
            <a:normAutofit fontScale="25000" lnSpcReduction="20000"/>
          </a:bodyPr>
          <a:lstStyle/>
          <a:p>
            <a:endParaRPr lang="en-US" altLang="en-US" dirty="0" smtClean="0"/>
          </a:p>
          <a:p>
            <a:pPr>
              <a:lnSpc>
                <a:spcPct val="11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altLang="en-US" sz="9600" dirty="0">
                <a:latin typeface="Times New Roman" panose="02020603050405020304" pitchFamily="18" charset="0"/>
                <a:cs typeface="Times New Roman" panose="02020603050405020304" pitchFamily="18" charset="0"/>
              </a:rPr>
              <a:t>Functional programming is a programming paradigm that treats computation as the evaluation of mathematical functions and avoids state changes and mutable data. </a:t>
            </a:r>
          </a:p>
          <a:p>
            <a:pPr>
              <a:lnSpc>
                <a:spcPct val="11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altLang="en-US" sz="9600" dirty="0" smtClean="0">
                <a:latin typeface="Times New Roman" panose="02020603050405020304" pitchFamily="18" charset="0"/>
                <a:cs typeface="Times New Roman" panose="02020603050405020304" pitchFamily="18" charset="0"/>
              </a:rPr>
              <a:t>It </a:t>
            </a:r>
            <a:r>
              <a:rPr lang="en-US" altLang="en-US" sz="9600" dirty="0">
                <a:latin typeface="Times New Roman" panose="02020603050405020304" pitchFamily="18" charset="0"/>
                <a:cs typeface="Times New Roman" panose="02020603050405020304" pitchFamily="18" charset="0"/>
              </a:rPr>
              <a:t>emphasizes the application of functions, in contrast to the imperative programming style, which emphasizes changes in state. </a:t>
            </a:r>
          </a:p>
          <a:p>
            <a:pPr>
              <a:lnSpc>
                <a:spcPct val="11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altLang="en-US" sz="9600" dirty="0" smtClean="0">
                <a:latin typeface="Times New Roman" panose="02020603050405020304" pitchFamily="18" charset="0"/>
                <a:cs typeface="Times New Roman" panose="02020603050405020304" pitchFamily="18" charset="0"/>
              </a:rPr>
              <a:t>Programs </a:t>
            </a:r>
            <a:r>
              <a:rPr lang="en-US" altLang="en-US" sz="9600" dirty="0">
                <a:latin typeface="Times New Roman" panose="02020603050405020304" pitchFamily="18" charset="0"/>
                <a:cs typeface="Times New Roman" panose="02020603050405020304" pitchFamily="18" charset="0"/>
              </a:rPr>
              <a:t>written using the functional programming paradigm are much more easily representable using mathematical concepts, and thus it is much more easy to mathematically reason about functional programs than it is to reason about programs written in any other paradigm. </a:t>
            </a:r>
          </a:p>
          <a:p>
            <a:pPr>
              <a:lnSpc>
                <a:spcPct val="110000"/>
              </a:lnSpc>
              <a:buFont typeface="Arial" panose="020B0604020202020204" pitchFamily="34" charset="0"/>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9600" dirty="0" smtClean="0">
                <a:latin typeface="Times New Roman" panose="02020603050405020304" pitchFamily="18" charset="0"/>
                <a:cs typeface="Times New Roman" panose="02020603050405020304" pitchFamily="18" charset="0"/>
              </a:rPr>
              <a:t>Example </a:t>
            </a:r>
            <a:r>
              <a:rPr lang="en-GB" altLang="en-US" sz="9600" dirty="0">
                <a:latin typeface="Times New Roman" panose="02020603050405020304" pitchFamily="18" charset="0"/>
                <a:cs typeface="Times New Roman" panose="02020603050405020304" pitchFamily="18" charset="0"/>
              </a:rPr>
              <a:t>functional languages:</a:t>
            </a:r>
          </a:p>
          <a:p>
            <a:pPr lvl="1">
              <a:lnSpc>
                <a:spcPct val="11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9600" dirty="0">
                <a:latin typeface="Times New Roman" panose="02020603050405020304" pitchFamily="18" charset="0"/>
                <a:cs typeface="Times New Roman" panose="02020603050405020304" pitchFamily="18" charset="0"/>
              </a:rPr>
              <a:t>Lisp, Scheme, ML, Haskell, …</a:t>
            </a:r>
          </a:p>
        </p:txBody>
      </p:sp>
      <p:pic>
        <p:nvPicPr>
          <p:cNvPr id="2" name="Picture 1">
            <a:extLst>
              <a:ext uri="{FF2B5EF4-FFF2-40B4-BE49-F238E27FC236}">
                <a16:creationId xmlns="" xmlns:a16="http://schemas.microsoft.com/office/drawing/2014/main" id="{833596A9-F75D-FB76-518D-F0F2FE2058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a:extLst>
              <a:ext uri="{FF2B5EF4-FFF2-40B4-BE49-F238E27FC236}">
                <a16:creationId xmlns="" xmlns:a16="http://schemas.microsoft.com/office/drawing/2014/main" id="{DAC7F259-383B-12AD-A314-EBD315D392AD}"/>
              </a:ext>
            </a:extLst>
          </p:cNvPr>
          <p:cNvSpPr>
            <a:spLocks noGrp="1" noChangeArrowheads="1"/>
          </p:cNvSpPr>
          <p:nvPr>
            <p:ph type="title"/>
          </p:nvPr>
        </p:nvSpPr>
        <p:spPr>
          <a:xfrm>
            <a:off x="1374343" y="119900"/>
            <a:ext cx="7951787" cy="1197033"/>
          </a:xfrm>
        </p:spPr>
        <p:txBody>
          <a:bodyPr vert="horz" lIns="0" tIns="0" rIns="0" bIns="0" rtlCol="0" anchor="ctr">
            <a:normAutofit/>
          </a:bodyPr>
          <a:lstStyle/>
          <a:p>
            <a:pPr>
              <a:tabLst>
                <a:tab pos="20638" algn="l"/>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4000" b="1" dirty="0">
                <a:latin typeface="Times New Roman" panose="02020603050405020304" pitchFamily="18" charset="0"/>
                <a:cs typeface="Times New Roman" panose="02020603050405020304" pitchFamily="18" charset="0"/>
              </a:rPr>
              <a:t>Logic Paradigm</a:t>
            </a:r>
          </a:p>
        </p:txBody>
      </p:sp>
      <p:sp>
        <p:nvSpPr>
          <p:cNvPr id="15363" name="Rectangle 2">
            <a:extLst>
              <a:ext uri="{FF2B5EF4-FFF2-40B4-BE49-F238E27FC236}">
                <a16:creationId xmlns="" xmlns:a16="http://schemas.microsoft.com/office/drawing/2014/main" id="{E9B2D7FC-E3BA-1303-18BD-0D39B931B434}"/>
              </a:ext>
            </a:extLst>
          </p:cNvPr>
          <p:cNvSpPr>
            <a:spLocks noGrp="1" noChangeArrowheads="1"/>
          </p:cNvSpPr>
          <p:nvPr>
            <p:ph type="body" idx="1"/>
          </p:nvPr>
        </p:nvSpPr>
        <p:spPr>
          <a:xfrm>
            <a:off x="2133599" y="1676400"/>
            <a:ext cx="8490065" cy="4845050"/>
          </a:xfrm>
        </p:spPr>
        <p:txBody>
          <a:bodyPr vert="horz" lIns="0" tIns="0" rIns="0" bIns="0" rtlCol="0">
            <a:normAutofit/>
          </a:bodyPr>
          <a:lstStyle/>
          <a:p>
            <a:pPr>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Logic programming declares what outcome the program should accomplish, rather than how it should be accomplished.</a:t>
            </a:r>
          </a:p>
          <a:p>
            <a:pPr>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When studying logic programming we see:</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Programs as sets of constraints on a problem</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Programs that achieve all possible solutions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Programs that are nondeterministic</a:t>
            </a:r>
          </a:p>
          <a:p>
            <a:pPr>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Times New Roman" panose="02020603050405020304" pitchFamily="18" charset="0"/>
                <a:cs typeface="Times New Roman" panose="02020603050405020304" pitchFamily="18" charset="0"/>
              </a:rPr>
              <a:t>Example logic programming languages: </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err="1">
                <a:latin typeface="Times New Roman" panose="02020603050405020304" pitchFamily="18" charset="0"/>
                <a:cs typeface="Times New Roman" panose="02020603050405020304" pitchFamily="18" charset="0"/>
              </a:rPr>
              <a:t>Prolog</a:t>
            </a:r>
            <a:endParaRPr lang="en-GB"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 xmlns:a16="http://schemas.microsoft.com/office/drawing/2014/main" id="{E976FECC-D1DD-E48B-9467-30C8DD90B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381000"/>
            <a:ext cx="9144000" cy="5670665"/>
          </a:xfrm>
          <a:prstGeom prst="rect">
            <a:avLst/>
          </a:prstGeom>
        </p:spPr>
      </p:pic>
      <p:pic>
        <p:nvPicPr>
          <p:cNvPr id="3" name="Picture 2">
            <a:extLst>
              <a:ext uri="{FF2B5EF4-FFF2-40B4-BE49-F238E27FC236}">
                <a16:creationId xmlns="" xmlns:a16="http://schemas.microsoft.com/office/drawing/2014/main" id="{9CB28C0C-BA72-B69A-FC63-8AC2F51485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9312D9B1-EE70-C747-BFD7-D8FF8836CF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9D99441D-FEF6-F8CA-B0B3-1FAA500EA9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1DA790E3-4FA6-6ED8-5491-7C89BE3BE3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6AE1ECEA-35A3-753F-DFC3-D05B05850E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A65442D8-62CF-C14E-1EC9-A1DE39D907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F538EF82-7A0A-3085-836D-61855112C5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136525"/>
            <a:ext cx="9144000" cy="6084916"/>
          </a:xfrm>
          <a:prstGeom prst="rect">
            <a:avLst/>
          </a:prstGeom>
        </p:spPr>
      </p:pic>
      <p:pic>
        <p:nvPicPr>
          <p:cNvPr id="3" name="Picture 2">
            <a:extLst>
              <a:ext uri="{FF2B5EF4-FFF2-40B4-BE49-F238E27FC236}">
                <a16:creationId xmlns="" xmlns:a16="http://schemas.microsoft.com/office/drawing/2014/main" id="{3530DFAD-D4A5-8D67-EF71-5D162C6194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047A7F8A-D366-F660-9F61-ECFBD4C192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9AD8FEA8-0C14-C164-7FB2-8132A6BC89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81CA205D-757E-10D5-5647-B9C3CDB742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C6550194-D0C7-AEF3-E36C-4BEF48D405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274867"/>
            <a:ext cx="9144000" cy="5353396"/>
          </a:xfrm>
          <a:prstGeom prst="rect">
            <a:avLst/>
          </a:prstGeom>
        </p:spPr>
      </p:pic>
      <p:pic>
        <p:nvPicPr>
          <p:cNvPr id="3" name="Picture 2">
            <a:extLst>
              <a:ext uri="{FF2B5EF4-FFF2-40B4-BE49-F238E27FC236}">
                <a16:creationId xmlns="" xmlns:a16="http://schemas.microsoft.com/office/drawing/2014/main" id="{D66AA0F3-EEF7-3D1B-B84A-882ED8398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4867"/>
            <a:ext cx="724623" cy="819345"/>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E257455A-79C1-0223-3D96-A1D3E83ADA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356350"/>
          </a:xfrm>
          <a:prstGeom prst="rect">
            <a:avLst/>
          </a:prstGeom>
        </p:spPr>
      </p:pic>
      <p:pic>
        <p:nvPicPr>
          <p:cNvPr id="3" name="Picture 2">
            <a:extLst>
              <a:ext uri="{FF2B5EF4-FFF2-40B4-BE49-F238E27FC236}">
                <a16:creationId xmlns="" xmlns:a16="http://schemas.microsoft.com/office/drawing/2014/main" id="{66AA2AD8-9BF6-F2C1-9362-9E9EA9600B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07920" y="832103"/>
            <a:ext cx="7189506" cy="3977640"/>
          </a:xfrm>
          <a:prstGeom prst="rect">
            <a:avLst/>
          </a:prstGeom>
        </p:spPr>
      </p:pic>
      <p:pic>
        <p:nvPicPr>
          <p:cNvPr id="3" name="Picture 2">
            <a:extLst>
              <a:ext uri="{FF2B5EF4-FFF2-40B4-BE49-F238E27FC236}">
                <a16:creationId xmlns="" xmlns:a16="http://schemas.microsoft.com/office/drawing/2014/main" id="{BB6B5D9A-9A66-66A3-9206-44F793328A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003" y="-60090"/>
            <a:ext cx="10515600" cy="1325563"/>
          </a:xfrm>
          <a:prstGeom prst="rect">
            <a:avLst/>
          </a:prstGeom>
        </p:spPr>
        <p:txBody>
          <a:bodyPr vert="horz" wrap="square" lIns="0" tIns="13970" rIns="0" bIns="0" rtlCol="0">
            <a:spAutoFit/>
          </a:bodyPr>
          <a:lstStyle/>
          <a:p>
            <a:pPr marL="12700">
              <a:lnSpc>
                <a:spcPct val="100000"/>
              </a:lnSpc>
              <a:spcBef>
                <a:spcPts val="110"/>
              </a:spcBef>
              <a:tabLst>
                <a:tab pos="1936114" algn="l"/>
              </a:tabLst>
            </a:pPr>
            <a:r>
              <a:rPr dirty="0"/>
              <a:t>POP</a:t>
            </a:r>
            <a:r>
              <a:rPr spc="-335" dirty="0"/>
              <a:t> </a:t>
            </a:r>
            <a:r>
              <a:rPr spc="-25" dirty="0"/>
              <a:t>Vs</a:t>
            </a:r>
            <a:r>
              <a:rPr dirty="0"/>
              <a:t>	</a:t>
            </a:r>
            <a:r>
              <a:rPr spc="-25" dirty="0"/>
              <a:t>OOP</a:t>
            </a:r>
          </a:p>
        </p:txBody>
      </p:sp>
      <p:pic>
        <p:nvPicPr>
          <p:cNvPr id="3" name="object 3"/>
          <p:cNvPicPr/>
          <p:nvPr/>
        </p:nvPicPr>
        <p:blipFill>
          <a:blip r:embed="rId2" cstate="print"/>
          <a:stretch>
            <a:fillRect/>
          </a:stretch>
        </p:blipFill>
        <p:spPr>
          <a:xfrm>
            <a:off x="1301403" y="1265474"/>
            <a:ext cx="9855200" cy="4985698"/>
          </a:xfrm>
          <a:prstGeom prst="rect">
            <a:avLst/>
          </a:prstGeom>
        </p:spPr>
      </p:pic>
      <p:pic>
        <p:nvPicPr>
          <p:cNvPr id="4" name="Picture 3">
            <a:extLst>
              <a:ext uri="{FF2B5EF4-FFF2-40B4-BE49-F238E27FC236}">
                <a16:creationId xmlns="" xmlns:a16="http://schemas.microsoft.com/office/drawing/2014/main" id="{DDBFF0FF-EBD5-CD1D-51BC-8B1389AD60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5935287"/>
          </a:xfrm>
          <a:prstGeom prst="rect">
            <a:avLst/>
          </a:prstGeom>
        </p:spPr>
      </p:pic>
      <p:pic>
        <p:nvPicPr>
          <p:cNvPr id="3" name="Picture 2">
            <a:extLst>
              <a:ext uri="{FF2B5EF4-FFF2-40B4-BE49-F238E27FC236}">
                <a16:creationId xmlns="" xmlns:a16="http://schemas.microsoft.com/office/drawing/2014/main" id="{D20C6414-82E0-634A-86C3-834309B720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5536276"/>
          </a:xfrm>
          <a:prstGeom prst="rect">
            <a:avLst/>
          </a:prstGeom>
        </p:spPr>
      </p:pic>
      <p:pic>
        <p:nvPicPr>
          <p:cNvPr id="3" name="Picture 2">
            <a:extLst>
              <a:ext uri="{FF2B5EF4-FFF2-40B4-BE49-F238E27FC236}">
                <a16:creationId xmlns="" xmlns:a16="http://schemas.microsoft.com/office/drawing/2014/main" id="{2FE21C22-DA91-332D-18E4-152ECE90CD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5719156"/>
          </a:xfrm>
          <a:prstGeom prst="rect">
            <a:avLst/>
          </a:prstGeom>
        </p:spPr>
      </p:pic>
      <p:pic>
        <p:nvPicPr>
          <p:cNvPr id="3" name="Picture 2">
            <a:extLst>
              <a:ext uri="{FF2B5EF4-FFF2-40B4-BE49-F238E27FC236}">
                <a16:creationId xmlns="" xmlns:a16="http://schemas.microsoft.com/office/drawing/2014/main" id="{F3E089FA-A2D6-8B62-8E94-AEDDEFE144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068291"/>
          </a:xfrm>
          <a:prstGeom prst="rect">
            <a:avLst/>
          </a:prstGeom>
        </p:spPr>
      </p:pic>
      <p:pic>
        <p:nvPicPr>
          <p:cNvPr id="3" name="Picture 2">
            <a:extLst>
              <a:ext uri="{FF2B5EF4-FFF2-40B4-BE49-F238E27FC236}">
                <a16:creationId xmlns="" xmlns:a16="http://schemas.microsoft.com/office/drawing/2014/main" id="{F8F2C996-CB80-65B6-778A-6C827E7C5C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5968538"/>
          </a:xfrm>
          <a:prstGeom prst="rect">
            <a:avLst/>
          </a:prstGeom>
        </p:spPr>
      </p:pic>
      <p:pic>
        <p:nvPicPr>
          <p:cNvPr id="3" name="Picture 2">
            <a:extLst>
              <a:ext uri="{FF2B5EF4-FFF2-40B4-BE49-F238E27FC236}">
                <a16:creationId xmlns="" xmlns:a16="http://schemas.microsoft.com/office/drawing/2014/main" id="{3D2455B8-828A-8DF7-1F65-28C427D0F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217920"/>
          </a:xfrm>
          <a:prstGeom prst="rect">
            <a:avLst/>
          </a:prstGeom>
        </p:spPr>
      </p:pic>
      <p:pic>
        <p:nvPicPr>
          <p:cNvPr id="3" name="Picture 2">
            <a:extLst>
              <a:ext uri="{FF2B5EF4-FFF2-40B4-BE49-F238E27FC236}">
                <a16:creationId xmlns="" xmlns:a16="http://schemas.microsoft.com/office/drawing/2014/main" id="{938C5C20-6AA5-E377-1107-0C4446C0ED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5619404"/>
          </a:xfrm>
          <a:prstGeom prst="rect">
            <a:avLst/>
          </a:prstGeom>
        </p:spPr>
      </p:pic>
      <p:pic>
        <p:nvPicPr>
          <p:cNvPr id="3" name="Picture 2">
            <a:extLst>
              <a:ext uri="{FF2B5EF4-FFF2-40B4-BE49-F238E27FC236}">
                <a16:creationId xmlns="" xmlns:a16="http://schemas.microsoft.com/office/drawing/2014/main" id="{701201CF-EC5A-27F1-64F2-FFB54A854C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45920" y="963167"/>
            <a:ext cx="8817864" cy="4931663"/>
          </a:xfrm>
          <a:prstGeom prst="rect">
            <a:avLst/>
          </a:prstGeom>
        </p:spPr>
      </p:pic>
      <p:pic>
        <p:nvPicPr>
          <p:cNvPr id="3" name="Picture 2">
            <a:extLst>
              <a:ext uri="{FF2B5EF4-FFF2-40B4-BE49-F238E27FC236}">
                <a16:creationId xmlns="" xmlns:a16="http://schemas.microsoft.com/office/drawing/2014/main" id="{4FCB3408-6558-E0B2-A543-6D3E5F6424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251171"/>
          </a:xfrm>
          <a:prstGeom prst="rect">
            <a:avLst/>
          </a:prstGeom>
        </p:spPr>
      </p:pic>
      <p:pic>
        <p:nvPicPr>
          <p:cNvPr id="3" name="Picture 2">
            <a:extLst>
              <a:ext uri="{FF2B5EF4-FFF2-40B4-BE49-F238E27FC236}">
                <a16:creationId xmlns="" xmlns:a16="http://schemas.microsoft.com/office/drawing/2014/main" id="{9598A514-A6C7-B5BF-2A09-2C49D9E5C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5602778"/>
          </a:xfrm>
          <a:prstGeom prst="rect">
            <a:avLst/>
          </a:prstGeom>
        </p:spPr>
      </p:pic>
      <p:pic>
        <p:nvPicPr>
          <p:cNvPr id="3" name="Picture 2">
            <a:extLst>
              <a:ext uri="{FF2B5EF4-FFF2-40B4-BE49-F238E27FC236}">
                <a16:creationId xmlns="" xmlns:a16="http://schemas.microsoft.com/office/drawing/2014/main" id="{C1B735DC-F983-C2FA-1C08-0E2E44C693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5835535"/>
          </a:xfrm>
          <a:prstGeom prst="rect">
            <a:avLst/>
          </a:prstGeom>
        </p:spPr>
      </p:pic>
      <p:pic>
        <p:nvPicPr>
          <p:cNvPr id="3" name="Picture 2">
            <a:extLst>
              <a:ext uri="{FF2B5EF4-FFF2-40B4-BE49-F238E27FC236}">
                <a16:creationId xmlns="" xmlns:a16="http://schemas.microsoft.com/office/drawing/2014/main" id="{F592B374-DC7F-C525-95B7-5AC552F25F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18938" y="487680"/>
            <a:ext cx="7099889" cy="4630957"/>
          </a:xfrm>
          <a:prstGeom prst="rect">
            <a:avLst/>
          </a:prstGeom>
        </p:spPr>
      </p:pic>
      <p:pic>
        <p:nvPicPr>
          <p:cNvPr id="3" name="Picture 2">
            <a:extLst>
              <a:ext uri="{FF2B5EF4-FFF2-40B4-BE49-F238E27FC236}">
                <a16:creationId xmlns="" xmlns:a16="http://schemas.microsoft.com/office/drawing/2014/main" id="{56DF9385-BD41-719E-EA54-3D6B54CAB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63367" y="323088"/>
            <a:ext cx="7549896" cy="5623560"/>
          </a:xfrm>
          <a:prstGeom prst="rect">
            <a:avLst/>
          </a:prstGeom>
        </p:spPr>
      </p:pic>
      <p:pic>
        <p:nvPicPr>
          <p:cNvPr id="3" name="Picture 2">
            <a:extLst>
              <a:ext uri="{FF2B5EF4-FFF2-40B4-BE49-F238E27FC236}">
                <a16:creationId xmlns="" xmlns:a16="http://schemas.microsoft.com/office/drawing/2014/main" id="{6E3FD9D3-6836-2A1E-AA89-C8E68555E1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5802284"/>
          </a:xfrm>
          <a:prstGeom prst="rect">
            <a:avLst/>
          </a:prstGeom>
        </p:spPr>
      </p:pic>
      <p:pic>
        <p:nvPicPr>
          <p:cNvPr id="3" name="Picture 2">
            <a:extLst>
              <a:ext uri="{FF2B5EF4-FFF2-40B4-BE49-F238E27FC236}">
                <a16:creationId xmlns="" xmlns:a16="http://schemas.microsoft.com/office/drawing/2014/main" id="{F8656996-1B0B-A54A-4927-23E090C149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51304" y="0"/>
            <a:ext cx="7616952" cy="6251448"/>
          </a:xfrm>
          <a:prstGeom prst="rect">
            <a:avLst/>
          </a:prstGeom>
        </p:spPr>
      </p:pic>
      <p:pic>
        <p:nvPicPr>
          <p:cNvPr id="3" name="Picture 2">
            <a:extLst>
              <a:ext uri="{FF2B5EF4-FFF2-40B4-BE49-F238E27FC236}">
                <a16:creationId xmlns="" xmlns:a16="http://schemas.microsoft.com/office/drawing/2014/main" id="{986BCC58-2411-E15C-B905-DD04EF9D02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04872" y="323088"/>
            <a:ext cx="7382256" cy="5955791"/>
          </a:xfrm>
          <a:prstGeom prst="rect">
            <a:avLst/>
          </a:prstGeom>
        </p:spPr>
      </p:pic>
      <p:pic>
        <p:nvPicPr>
          <p:cNvPr id="3" name="Picture 2">
            <a:extLst>
              <a:ext uri="{FF2B5EF4-FFF2-40B4-BE49-F238E27FC236}">
                <a16:creationId xmlns="" xmlns:a16="http://schemas.microsoft.com/office/drawing/2014/main" id="{C930CD31-C4F1-1ED2-E2A1-23E75B0B91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5519651"/>
          </a:xfrm>
          <a:prstGeom prst="rect">
            <a:avLst/>
          </a:prstGeom>
        </p:spPr>
      </p:pic>
      <p:pic>
        <p:nvPicPr>
          <p:cNvPr id="3" name="Picture 2">
            <a:extLst>
              <a:ext uri="{FF2B5EF4-FFF2-40B4-BE49-F238E27FC236}">
                <a16:creationId xmlns="" xmlns:a16="http://schemas.microsoft.com/office/drawing/2014/main" id="{46F471F6-711D-2801-EB45-31DC99DD0E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72767" y="758951"/>
            <a:ext cx="8863584" cy="4279392"/>
          </a:xfrm>
          <a:prstGeom prst="rect">
            <a:avLst/>
          </a:prstGeom>
        </p:spPr>
      </p:pic>
      <p:pic>
        <p:nvPicPr>
          <p:cNvPr id="3" name="Picture 2">
            <a:extLst>
              <a:ext uri="{FF2B5EF4-FFF2-40B4-BE49-F238E27FC236}">
                <a16:creationId xmlns="" xmlns:a16="http://schemas.microsoft.com/office/drawing/2014/main" id="{356C5941-A44F-0885-BFB5-C24E1D2053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15775" y="575245"/>
            <a:ext cx="5895249" cy="5896261"/>
          </a:xfrm>
          <a:prstGeom prst="rect">
            <a:avLst/>
          </a:prstGeom>
        </p:spPr>
      </p:pic>
      <p:pic>
        <p:nvPicPr>
          <p:cNvPr id="3" name="Picture 2">
            <a:extLst>
              <a:ext uri="{FF2B5EF4-FFF2-40B4-BE49-F238E27FC236}">
                <a16:creationId xmlns="" xmlns:a16="http://schemas.microsoft.com/office/drawing/2014/main" id="{B5B16DE2-1DD4-EDEF-AEBB-E7E70600DE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251171"/>
          </a:xfrm>
          <a:prstGeom prst="rect">
            <a:avLst/>
          </a:prstGeom>
        </p:spPr>
      </p:pic>
      <p:pic>
        <p:nvPicPr>
          <p:cNvPr id="3" name="Picture 2">
            <a:extLst>
              <a:ext uri="{FF2B5EF4-FFF2-40B4-BE49-F238E27FC236}">
                <a16:creationId xmlns="" xmlns:a16="http://schemas.microsoft.com/office/drawing/2014/main" id="{295C8289-5992-05F6-9062-5F5C718D5D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5935287"/>
          </a:xfrm>
          <a:prstGeom prst="rect">
            <a:avLst/>
          </a:prstGeom>
        </p:spPr>
      </p:pic>
      <p:pic>
        <p:nvPicPr>
          <p:cNvPr id="3" name="Picture 2">
            <a:extLst>
              <a:ext uri="{FF2B5EF4-FFF2-40B4-BE49-F238E27FC236}">
                <a16:creationId xmlns="" xmlns:a16="http://schemas.microsoft.com/office/drawing/2014/main" id="{CD30974D-1979-0E34-F5CB-D20F916D13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32607" y="536448"/>
            <a:ext cx="8779920" cy="5255355"/>
          </a:xfrm>
          <a:prstGeom prst="rect">
            <a:avLst/>
          </a:prstGeom>
        </p:spPr>
      </p:pic>
      <p:pic>
        <p:nvPicPr>
          <p:cNvPr id="3" name="Picture 2">
            <a:extLst>
              <a:ext uri="{FF2B5EF4-FFF2-40B4-BE49-F238E27FC236}">
                <a16:creationId xmlns="" xmlns:a16="http://schemas.microsoft.com/office/drawing/2014/main" id="{817FA074-225D-7215-A625-3FD69F5E31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02279" y="609600"/>
            <a:ext cx="6042660" cy="5646420"/>
          </a:xfrm>
          <a:prstGeom prst="rect">
            <a:avLst/>
          </a:prstGeom>
        </p:spPr>
      </p:pic>
      <p:pic>
        <p:nvPicPr>
          <p:cNvPr id="3" name="Picture 2">
            <a:extLst>
              <a:ext uri="{FF2B5EF4-FFF2-40B4-BE49-F238E27FC236}">
                <a16:creationId xmlns="" xmlns:a16="http://schemas.microsoft.com/office/drawing/2014/main" id="{37FFD054-5638-33C0-D954-6357430CC9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1"/>
            <a:ext cx="9144000" cy="5902036"/>
          </a:xfrm>
          <a:prstGeom prst="rect">
            <a:avLst/>
          </a:prstGeom>
        </p:spPr>
      </p:pic>
      <p:pic>
        <p:nvPicPr>
          <p:cNvPr id="3" name="Picture 2">
            <a:extLst>
              <a:ext uri="{FF2B5EF4-FFF2-40B4-BE49-F238E27FC236}">
                <a16:creationId xmlns="" xmlns:a16="http://schemas.microsoft.com/office/drawing/2014/main" id="{CC7B1B66-B5F4-95F8-B49D-1F16023246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726B58EC-41DC-CAFF-D582-FF9A0ABAB5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5009" y="721505"/>
            <a:ext cx="9171375" cy="4569605"/>
          </a:xfrm>
          <a:prstGeom prst="rect">
            <a:avLst/>
          </a:prstGeom>
        </p:spPr>
      </p:pic>
      <p:pic>
        <p:nvPicPr>
          <p:cNvPr id="3" name="Picture 2">
            <a:extLst>
              <a:ext uri="{FF2B5EF4-FFF2-40B4-BE49-F238E27FC236}">
                <a16:creationId xmlns="" xmlns:a16="http://schemas.microsoft.com/office/drawing/2014/main" id="{5D73C56F-D251-006F-8195-5611203B33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13726" y="758591"/>
            <a:ext cx="7567134" cy="3893423"/>
          </a:xfrm>
          <a:prstGeom prst="rect">
            <a:avLst/>
          </a:prstGeom>
        </p:spPr>
      </p:pic>
      <p:pic>
        <p:nvPicPr>
          <p:cNvPr id="3" name="Picture 2">
            <a:extLst>
              <a:ext uri="{FF2B5EF4-FFF2-40B4-BE49-F238E27FC236}">
                <a16:creationId xmlns="" xmlns:a16="http://schemas.microsoft.com/office/drawing/2014/main" id="{FC8F8CD7-31C8-453A-E856-BE7EDD7F75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42716" y="448086"/>
            <a:ext cx="8127875" cy="6022817"/>
          </a:xfrm>
          <a:prstGeom prst="rect">
            <a:avLst/>
          </a:prstGeom>
        </p:spPr>
      </p:pic>
      <p:pic>
        <p:nvPicPr>
          <p:cNvPr id="3" name="Picture 2">
            <a:extLst>
              <a:ext uri="{FF2B5EF4-FFF2-40B4-BE49-F238E27FC236}">
                <a16:creationId xmlns="" xmlns:a16="http://schemas.microsoft.com/office/drawing/2014/main" id="{375ED3B5-3DCB-F3AE-FC2F-18546A7DC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5935287"/>
          </a:xfrm>
          <a:prstGeom prst="rect">
            <a:avLst/>
          </a:prstGeom>
        </p:spPr>
      </p:pic>
      <p:pic>
        <p:nvPicPr>
          <p:cNvPr id="3" name="Picture 2">
            <a:extLst>
              <a:ext uri="{FF2B5EF4-FFF2-40B4-BE49-F238E27FC236}">
                <a16:creationId xmlns="" xmlns:a16="http://schemas.microsoft.com/office/drawing/2014/main" id="{A4241473-FDED-7D58-301D-79854D1212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1000" y="573023"/>
            <a:ext cx="11430000" cy="5715000"/>
          </a:xfrm>
          <a:prstGeom prst="rect">
            <a:avLst/>
          </a:prstGeom>
        </p:spPr>
      </p:pic>
      <p:pic>
        <p:nvPicPr>
          <p:cNvPr id="3" name="Picture 2">
            <a:extLst>
              <a:ext uri="{FF2B5EF4-FFF2-40B4-BE49-F238E27FC236}">
                <a16:creationId xmlns="" xmlns:a16="http://schemas.microsoft.com/office/drawing/2014/main" id="{2182D6D4-4CB0-1996-53A2-6A065C43A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7244" y="186662"/>
            <a:ext cx="4801912" cy="691215"/>
          </a:xfrm>
          <a:prstGeom prst="rect">
            <a:avLst/>
          </a:prstGeom>
        </p:spPr>
        <p:txBody>
          <a:bodyPr vert="horz" wrap="square" lIns="0" tIns="13970" rIns="0" bIns="0" rtlCol="0">
            <a:spAutoFit/>
          </a:bodyPr>
          <a:lstStyle/>
          <a:p>
            <a:pPr marL="12700">
              <a:lnSpc>
                <a:spcPct val="100000"/>
              </a:lnSpc>
              <a:spcBef>
                <a:spcPts val="110"/>
              </a:spcBef>
            </a:pPr>
            <a:r>
              <a:rPr b="1" spc="-20" dirty="0">
                <a:latin typeface="Times New Roman" panose="02020603050405020304" pitchFamily="18" charset="0"/>
                <a:cs typeface="Times New Roman" panose="02020603050405020304" pitchFamily="18" charset="0"/>
              </a:rPr>
              <a:t>Data</a:t>
            </a:r>
            <a:r>
              <a:rPr b="1" spc="-200" dirty="0">
                <a:latin typeface="Times New Roman" panose="02020603050405020304" pitchFamily="18" charset="0"/>
                <a:cs typeface="Times New Roman" panose="02020603050405020304" pitchFamily="18" charset="0"/>
              </a:rPr>
              <a:t> </a:t>
            </a:r>
            <a:r>
              <a:rPr b="1" spc="-10" dirty="0">
                <a:latin typeface="Times New Roman" panose="02020603050405020304" pitchFamily="18" charset="0"/>
                <a:cs typeface="Times New Roman" panose="02020603050405020304" pitchFamily="18" charset="0"/>
              </a:rPr>
              <a:t>Hiding</a:t>
            </a:r>
          </a:p>
        </p:txBody>
      </p:sp>
      <p:sp>
        <p:nvSpPr>
          <p:cNvPr id="3" name="object 3"/>
          <p:cNvSpPr txBox="1">
            <a:spLocks noGrp="1"/>
          </p:cNvSpPr>
          <p:nvPr>
            <p:ph type="body" idx="1"/>
          </p:nvPr>
        </p:nvSpPr>
        <p:spPr>
          <a:xfrm>
            <a:off x="838200" y="1253331"/>
            <a:ext cx="10515600" cy="5009705"/>
          </a:xfrm>
          <a:prstGeom prst="rect">
            <a:avLst/>
          </a:prstGeom>
        </p:spPr>
        <p:txBody>
          <a:bodyPr vert="horz" wrap="square" lIns="0" tIns="13335" rIns="0" bIns="0" rtlCol="0">
            <a:spAutoFit/>
          </a:bodyPr>
          <a:lstStyle/>
          <a:p>
            <a:pPr marL="469900" marR="8890" indent="-457834">
              <a:lnSpc>
                <a:spcPct val="100000"/>
              </a:lnSpc>
              <a:spcBef>
                <a:spcPts val="105"/>
              </a:spcBef>
              <a:buFont typeface="Arial MT"/>
              <a:buChar char="•"/>
              <a:tabLst>
                <a:tab pos="469900" algn="l"/>
                <a:tab pos="1305560" algn="l"/>
                <a:tab pos="2357120" algn="l"/>
                <a:tab pos="2741295" algn="l"/>
                <a:tab pos="3073400" algn="l"/>
                <a:tab pos="4683125" algn="l"/>
                <a:tab pos="6253480" algn="l"/>
                <a:tab pos="7750175" algn="l"/>
                <a:tab pos="8183245" algn="l"/>
              </a:tabLst>
            </a:pPr>
            <a:r>
              <a:rPr spc="-20" dirty="0">
                <a:latin typeface="Times New Roman" panose="02020603050405020304" pitchFamily="18" charset="0"/>
                <a:cs typeface="Times New Roman" panose="02020603050405020304" pitchFamily="18" charset="0"/>
              </a:rPr>
              <a:t>Data</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hiding</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is</a:t>
            </a:r>
            <a:r>
              <a:rPr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a</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technique</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especially</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practiced</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in</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object-oriented programming</a:t>
            </a:r>
            <a:r>
              <a:rPr spc="-8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(OOP).</a:t>
            </a:r>
          </a:p>
          <a:p>
            <a:pPr marL="469900" marR="5080" indent="-457834">
              <a:lnSpc>
                <a:spcPct val="100000"/>
              </a:lnSpc>
              <a:spcBef>
                <a:spcPts val="5"/>
              </a:spcBef>
              <a:buFont typeface="Arial MT"/>
              <a:buChar char="•"/>
              <a:tabLst>
                <a:tab pos="469900" algn="l"/>
                <a:tab pos="1305560" algn="l"/>
                <a:tab pos="2357120" algn="l"/>
                <a:tab pos="2741295" algn="l"/>
                <a:tab pos="3792854" algn="l"/>
                <a:tab pos="4436110" algn="l"/>
                <a:tab pos="5549265" algn="l"/>
                <a:tab pos="6009005" algn="l"/>
                <a:tab pos="7289800" algn="l"/>
                <a:tab pos="8091805" algn="l"/>
                <a:tab pos="9618980" algn="l"/>
                <a:tab pos="10079355" algn="l"/>
              </a:tabLst>
            </a:pPr>
            <a:r>
              <a:rPr spc="-20" dirty="0">
                <a:latin typeface="Times New Roman" panose="02020603050405020304" pitchFamily="18" charset="0"/>
                <a:cs typeface="Times New Roman" panose="02020603050405020304" pitchFamily="18" charset="0"/>
              </a:rPr>
              <a:t>Data</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hiding</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is</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hiding</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the</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details</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of</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internal</a:t>
            </a:r>
            <a:r>
              <a:rPr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data</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members</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of</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an </a:t>
            </a:r>
            <a:r>
              <a:rPr spc="-10" dirty="0">
                <a:latin typeface="Times New Roman" panose="02020603050405020304" pitchFamily="18" charset="0"/>
                <a:cs typeface="Times New Roman" panose="02020603050405020304" pitchFamily="18" charset="0"/>
              </a:rPr>
              <a:t>object.</a:t>
            </a:r>
          </a:p>
          <a:p>
            <a:pPr marL="469900" indent="-457200">
              <a:lnSpc>
                <a:spcPct val="100000"/>
              </a:lnSpc>
              <a:buFont typeface="Arial MT"/>
              <a:buChar char="•"/>
              <a:tabLst>
                <a:tab pos="469900" algn="l"/>
              </a:tabLst>
            </a:pPr>
            <a:r>
              <a:rPr dirty="0">
                <a:latin typeface="Times New Roman" panose="02020603050405020304" pitchFamily="18" charset="0"/>
                <a:cs typeface="Times New Roman" panose="02020603050405020304" pitchFamily="18" charset="0"/>
              </a:rPr>
              <a:t>Data</a:t>
            </a:r>
            <a:r>
              <a:rPr spc="-6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hiding</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is</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also</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known</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as</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Information</a:t>
            </a:r>
            <a:r>
              <a:rPr spc="-5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hiding.</a:t>
            </a:r>
          </a:p>
          <a:p>
            <a:pPr marL="469900" marR="6985" indent="-457834">
              <a:lnSpc>
                <a:spcPct val="100000"/>
              </a:lnSpc>
              <a:spcBef>
                <a:spcPts val="5"/>
              </a:spcBef>
              <a:buFont typeface="Arial MT"/>
              <a:buChar char="•"/>
              <a:tabLst>
                <a:tab pos="469900" algn="l"/>
              </a:tabLst>
            </a:pPr>
            <a:r>
              <a:rPr dirty="0">
                <a:latin typeface="Times New Roman" panose="02020603050405020304" pitchFamily="18" charset="0"/>
                <a:cs typeface="Times New Roman" panose="02020603050405020304" pitchFamily="18" charset="0"/>
              </a:rPr>
              <a:t>Sometimes</a:t>
            </a:r>
            <a:r>
              <a:rPr spc="2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Data</a:t>
            </a:r>
            <a:r>
              <a:rPr spc="2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Hiding</a:t>
            </a:r>
            <a:r>
              <a:rPr spc="2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includes</a:t>
            </a:r>
            <a:r>
              <a:rPr spc="2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Encapsulation.</a:t>
            </a:r>
            <a:r>
              <a:rPr spc="254"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Thus</a:t>
            </a:r>
            <a:r>
              <a:rPr spc="2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Data</a:t>
            </a:r>
            <a:r>
              <a:rPr spc="2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Hiding</a:t>
            </a:r>
            <a:r>
              <a:rPr spc="235"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is </a:t>
            </a:r>
            <a:r>
              <a:rPr dirty="0">
                <a:latin typeface="Times New Roman" panose="02020603050405020304" pitchFamily="18" charset="0"/>
                <a:cs typeface="Times New Roman" panose="02020603050405020304" pitchFamily="18" charset="0"/>
              </a:rPr>
              <a:t>heavily</a:t>
            </a:r>
            <a:r>
              <a:rPr spc="-8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related</a:t>
            </a:r>
            <a:r>
              <a:rPr spc="-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to</a:t>
            </a:r>
            <a:r>
              <a:rPr spc="-6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Abstraction</a:t>
            </a:r>
            <a:r>
              <a:rPr spc="-9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4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Encapsulation.</a:t>
            </a:r>
          </a:p>
          <a:p>
            <a:pPr marL="469900" marR="6985" indent="-457834">
              <a:lnSpc>
                <a:spcPct val="100000"/>
              </a:lnSpc>
              <a:buFont typeface="Arial MT"/>
              <a:buChar char="•"/>
              <a:tabLst>
                <a:tab pos="469900" algn="l"/>
                <a:tab pos="1280795" algn="l"/>
                <a:tab pos="2344420" algn="l"/>
                <a:tab pos="2704465" algn="l"/>
                <a:tab pos="3323590" algn="l"/>
                <a:tab pos="4012565" algn="l"/>
                <a:tab pos="4878070" algn="l"/>
                <a:tab pos="6470015" algn="l"/>
                <a:tab pos="7259320" algn="l"/>
                <a:tab pos="9149715" algn="l"/>
                <a:tab pos="10213975" algn="l"/>
              </a:tabLst>
            </a:pPr>
            <a:r>
              <a:rPr spc="-20" dirty="0">
                <a:latin typeface="Times New Roman" panose="02020603050405020304" pitchFamily="18" charset="0"/>
                <a:cs typeface="Times New Roman" panose="02020603050405020304" pitchFamily="18" charset="0"/>
              </a:rPr>
              <a:t>Data</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Hiding</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is</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the</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one</a:t>
            </a:r>
            <a:r>
              <a:rPr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most</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important</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OOP</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mechanism.</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Which</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is </a:t>
            </a:r>
            <a:r>
              <a:rPr dirty="0">
                <a:latin typeface="Times New Roman" panose="02020603050405020304" pitchFamily="18" charset="0"/>
                <a:cs typeface="Times New Roman" panose="02020603050405020304" pitchFamily="18" charset="0"/>
              </a:rPr>
              <a:t>hide</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details</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class</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from</a:t>
            </a:r>
            <a:r>
              <a:rPr spc="-7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outside</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2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class.</a:t>
            </a:r>
          </a:p>
          <a:p>
            <a:pPr marL="469900" marR="5080" indent="-457834">
              <a:lnSpc>
                <a:spcPct val="100000"/>
              </a:lnSpc>
              <a:spcBef>
                <a:spcPts val="5"/>
              </a:spcBef>
              <a:buFont typeface="Arial MT"/>
              <a:buChar char="•"/>
              <a:tabLst>
                <a:tab pos="469900" algn="l"/>
                <a:tab pos="1176655" algn="l"/>
                <a:tab pos="2070100" algn="l"/>
                <a:tab pos="2929890" algn="l"/>
                <a:tab pos="3448050" algn="l"/>
                <a:tab pos="4237990" algn="l"/>
                <a:tab pos="4579620" algn="l"/>
                <a:tab pos="5756275" algn="l"/>
                <a:tab pos="6360160" algn="l"/>
                <a:tab pos="6826250" algn="l"/>
                <a:tab pos="8283575" algn="l"/>
                <a:tab pos="8997315" algn="l"/>
              </a:tabLst>
            </a:pPr>
            <a:r>
              <a:rPr spc="-25" dirty="0">
                <a:latin typeface="Times New Roman" panose="02020603050405020304" pitchFamily="18" charset="0"/>
                <a:cs typeface="Times New Roman" panose="02020603050405020304" pitchFamily="18" charset="0"/>
              </a:rPr>
              <a:t>The</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Class</a:t>
            </a:r>
            <a:r>
              <a:rPr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used</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by</a:t>
            </a:r>
            <a:r>
              <a:rPr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only</a:t>
            </a:r>
            <a:r>
              <a:rPr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a</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limited</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set</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of</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variables</a:t>
            </a:r>
            <a:r>
              <a:rPr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and</a:t>
            </a:r>
            <a:r>
              <a:rPr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functions, </a:t>
            </a:r>
            <a:r>
              <a:rPr dirty="0">
                <a:latin typeface="Times New Roman" panose="02020603050405020304" pitchFamily="18" charset="0"/>
                <a:cs typeface="Times New Roman" panose="02020603050405020304" pitchFamily="18" charset="0"/>
              </a:rPr>
              <a:t>others</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are</a:t>
            </a:r>
            <a:r>
              <a:rPr spc="-6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hidden</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by</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4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class.</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6985" y="862645"/>
            <a:ext cx="9873516" cy="4720537"/>
          </a:xfrm>
          <a:prstGeom prst="rect">
            <a:avLst/>
          </a:prstGeom>
        </p:spPr>
      </p:pic>
      <p:pic>
        <p:nvPicPr>
          <p:cNvPr id="3" name="Picture 2">
            <a:extLst>
              <a:ext uri="{FF2B5EF4-FFF2-40B4-BE49-F238E27FC236}">
                <a16:creationId xmlns="" xmlns:a16="http://schemas.microsoft.com/office/drawing/2014/main" id="{B72F9FE0-A203-122C-6D66-121B30D7FC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0C6CE6D2-03E0-66F3-482F-9DFF0ECF40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0"/>
            <a:ext cx="9144000" cy="6857998"/>
          </a:xfrm>
          <a:prstGeom prst="rect">
            <a:avLst/>
          </a:prstGeom>
        </p:spPr>
      </p:pic>
      <p:pic>
        <p:nvPicPr>
          <p:cNvPr id="3" name="Picture 2">
            <a:extLst>
              <a:ext uri="{FF2B5EF4-FFF2-40B4-BE49-F238E27FC236}">
                <a16:creationId xmlns="" xmlns:a16="http://schemas.microsoft.com/office/drawing/2014/main" id="{FE9AA233-C4C3-FD5A-FA3A-9060B9FDDC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508A559-7B22-FE70-4856-7825DA4867FD}"/>
            </a:ext>
          </a:extLst>
        </p:cNvPr>
        <p:cNvGrpSpPr/>
        <p:nvPr/>
      </p:nvGrpSpPr>
      <p:grpSpPr>
        <a:xfrm>
          <a:off x="0" y="0"/>
          <a:ext cx="0" cy="0"/>
          <a:chOff x="0" y="0"/>
          <a:chExt cx="0" cy="0"/>
        </a:xfrm>
      </p:grpSpPr>
      <p:sp>
        <p:nvSpPr>
          <p:cNvPr id="5" name="Title 4">
            <a:extLst>
              <a:ext uri="{FF2B5EF4-FFF2-40B4-BE49-F238E27FC236}">
                <a16:creationId xmlns="" xmlns:a16="http://schemas.microsoft.com/office/drawing/2014/main" id="{23CD00FC-493C-D1CD-3919-76B5162DED8C}"/>
              </a:ext>
            </a:extLst>
          </p:cNvPr>
          <p:cNvSpPr>
            <a:spLocks noGrp="1"/>
          </p:cNvSpPr>
          <p:nvPr>
            <p:ph type="title"/>
          </p:nvPr>
        </p:nvSpPr>
        <p:spPr>
          <a:xfrm>
            <a:off x="838200" y="136525"/>
            <a:ext cx="10515600" cy="679904"/>
          </a:xfrm>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
            </a:r>
            <a:br>
              <a:rPr lang="en-US" b="1" dirty="0">
                <a:solidFill>
                  <a:srgbClr val="FF0000"/>
                </a:solidFill>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References</a:t>
            </a:r>
            <a:r>
              <a:rPr lang="en-US" b="1" dirty="0">
                <a:solidFill>
                  <a:srgbClr val="FF0000"/>
                </a:solidFill>
                <a:latin typeface="Times New Roman" panose="02020603050405020304" pitchFamily="18" charset="0"/>
                <a:cs typeface="Times New Roman" panose="02020603050405020304" pitchFamily="18" charset="0"/>
              </a:rPr>
              <a:t/>
            </a:r>
            <a:br>
              <a:rPr lang="en-US" b="1" dirty="0">
                <a:solidFill>
                  <a:srgbClr val="FF0000"/>
                </a:solidFill>
                <a:latin typeface="Times New Roman" panose="02020603050405020304" pitchFamily="18" charset="0"/>
                <a:cs typeface="Times New Roman" panose="02020603050405020304" pitchFamily="18" charset="0"/>
              </a:rPr>
            </a:br>
            <a:endParaRPr lang="en-US" sz="44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91F2B5B0-79C8-B4C6-F552-57A088AF34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92" y="138344"/>
            <a:ext cx="724623" cy="819345"/>
          </a:xfrm>
          <a:prstGeom prst="rect">
            <a:avLst/>
          </a:prstGeom>
        </p:spPr>
      </p:pic>
      <p:sp>
        <p:nvSpPr>
          <p:cNvPr id="7" name="Slide Number Placeholder 6">
            <a:extLst>
              <a:ext uri="{FF2B5EF4-FFF2-40B4-BE49-F238E27FC236}">
                <a16:creationId xmlns="" xmlns:a16="http://schemas.microsoft.com/office/drawing/2014/main" id="{264306E9-6485-7999-0073-08FDE82AE7AE}"/>
              </a:ext>
            </a:extLst>
          </p:cNvPr>
          <p:cNvSpPr>
            <a:spLocks noGrp="1"/>
          </p:cNvSpPr>
          <p:nvPr>
            <p:ph type="sldNum" sz="quarter" idx="12"/>
          </p:nvPr>
        </p:nvSpPr>
        <p:spPr/>
        <p:txBody>
          <a:bodyPr/>
          <a:lstStyle/>
          <a:p>
            <a:fld id="{B426D428-9FA0-4A24-A025-E1E5D4A0AAC6}" type="slidenum">
              <a:rPr lang="en-IN" smtClean="0"/>
              <a:t>61</a:t>
            </a:fld>
            <a:endParaRPr lang="en-IN"/>
          </a:p>
        </p:txBody>
      </p:sp>
      <p:sp>
        <p:nvSpPr>
          <p:cNvPr id="3" name="Content Placeholder 2">
            <a:extLst>
              <a:ext uri="{FF2B5EF4-FFF2-40B4-BE49-F238E27FC236}">
                <a16:creationId xmlns="" xmlns:a16="http://schemas.microsoft.com/office/drawing/2014/main" id="{68983A49-5501-C79F-DC88-F83556243F58}"/>
              </a:ext>
            </a:extLst>
          </p:cNvPr>
          <p:cNvSpPr>
            <a:spLocks noGrp="1"/>
          </p:cNvSpPr>
          <p:nvPr>
            <p:ph idx="1"/>
          </p:nvPr>
        </p:nvSpPr>
        <p:spPr>
          <a:xfrm>
            <a:off x="838200" y="957689"/>
            <a:ext cx="10515600" cy="5219274"/>
          </a:xfrm>
        </p:spPr>
        <p:txBody>
          <a:bodyPr>
            <a:normAutofit/>
          </a:bodyPr>
          <a:lstStyle/>
          <a:p>
            <a:pPr algn="just"/>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[1] E. </a:t>
            </a:r>
            <a:r>
              <a:rPr lang="en-US" sz="2400" dirty="0" err="1">
                <a:latin typeface="Times New Roman" panose="02020603050405020304" pitchFamily="18" charset="0"/>
                <a:cs typeface="Times New Roman" panose="02020603050405020304" pitchFamily="18" charset="0"/>
              </a:rPr>
              <a:t>Balaguruswamy</a:t>
            </a:r>
            <a:r>
              <a:rPr lang="en-US" sz="2400" dirty="0">
                <a:latin typeface="Times New Roman" panose="02020603050405020304" pitchFamily="18" charset="0"/>
                <a:cs typeface="Times New Roman" panose="02020603050405020304" pitchFamily="18" charset="0"/>
              </a:rPr>
              <a:t>, “Object Oriented Programming Using C++ ”, Tata McGraw Hill. </a:t>
            </a:r>
          </a:p>
          <a:p>
            <a:pPr marL="0" indent="0" algn="just">
              <a:buNone/>
            </a:pPr>
            <a:r>
              <a:rPr lang="en-US" sz="2400" dirty="0">
                <a:latin typeface="Times New Roman" panose="02020603050405020304" pitchFamily="18" charset="0"/>
                <a:cs typeface="Times New Roman" panose="02020603050405020304" pitchFamily="18" charset="0"/>
              </a:rPr>
              <a:t>[2] </a:t>
            </a:r>
            <a:r>
              <a:rPr lang="en-US" sz="2400" kern="100" dirty="0" err="1">
                <a:effectLst/>
                <a:latin typeface="Times New Roman" panose="02020603050405020304" pitchFamily="18" charset="0"/>
                <a:ea typeface="Calibri" panose="020F0502020204030204" pitchFamily="34" charset="0"/>
                <a:cs typeface="Times New Roman" panose="02020603050405020304" pitchFamily="18" charset="0"/>
              </a:rPr>
              <a:t>Cpp</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programming : An Introduction : Tech books Press , November 2010</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645711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330505" y="1711306"/>
            <a:ext cx="7751665" cy="1522083"/>
          </a:xfrm>
          <a:prstGeom prst="rect">
            <a:avLst/>
          </a:prstGeom>
        </p:spPr>
        <p:txBody>
          <a:bodyPr lIns="0" tIns="0" rIns="0" bIns="0" rtlCol="0" anchor="t">
            <a:spAutoFit/>
          </a:bodyPr>
          <a:lstStyle/>
          <a:p>
            <a:pPr algn="ctr">
              <a:lnSpc>
                <a:spcPts val="13716"/>
              </a:lnSpc>
            </a:pPr>
            <a:r>
              <a:rPr lang="en-US" sz="6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Times New Roman" panose="02020603050405020304" pitchFamily="18" charset="0"/>
                <a:ea typeface="Alatsi"/>
                <a:cs typeface="Times New Roman" panose="02020603050405020304" pitchFamily="18" charset="0"/>
                <a:sym typeface="Alatsi"/>
              </a:rPr>
              <a:t>THANK YOU</a:t>
            </a:r>
          </a:p>
        </p:txBody>
      </p:sp>
      <p:grpSp>
        <p:nvGrpSpPr>
          <p:cNvPr id="5" name="Group 5"/>
          <p:cNvGrpSpPr/>
          <p:nvPr/>
        </p:nvGrpSpPr>
        <p:grpSpPr>
          <a:xfrm>
            <a:off x="-20714" y="0"/>
            <a:ext cx="2306714" cy="6858000"/>
            <a:chOff x="0" y="0"/>
            <a:chExt cx="5652111" cy="13716000"/>
          </a:xfrm>
        </p:grpSpPr>
        <p:grpSp>
          <p:nvGrpSpPr>
            <p:cNvPr id="6" name="Group 6"/>
            <p:cNvGrpSpPr/>
            <p:nvPr/>
          </p:nvGrpSpPr>
          <p:grpSpPr>
            <a:xfrm>
              <a:off x="2826056"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8" name="TextBox 8"/>
              <p:cNvSpPr txBox="1"/>
              <p:nvPr/>
            </p:nvSpPr>
            <p:spPr>
              <a:xfrm>
                <a:off x="0" y="-47625"/>
                <a:ext cx="558233" cy="2756958"/>
              </a:xfrm>
              <a:prstGeom prst="rect">
                <a:avLst/>
              </a:prstGeom>
            </p:spPr>
            <p:txBody>
              <a:bodyPr lIns="33867" tIns="33867" rIns="33867" bIns="33867" rtlCol="0" anchor="ctr"/>
              <a:lstStyle/>
              <a:p>
                <a:pPr algn="ctr">
                  <a:lnSpc>
                    <a:spcPts val="1773"/>
                  </a:lnSpc>
                </a:pPr>
                <a:endParaRPr sz="1200"/>
              </a:p>
            </p:txBody>
          </p:sp>
        </p:grpSp>
        <p:grpSp>
          <p:nvGrpSpPr>
            <p:cNvPr id="9" name="Group 9"/>
            <p:cNvGrpSpPr/>
            <p:nvPr/>
          </p:nvGrpSpPr>
          <p:grpSpPr>
            <a:xfrm>
              <a:off x="1413028"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11" name="TextBox 11"/>
              <p:cNvSpPr txBox="1"/>
              <p:nvPr/>
            </p:nvSpPr>
            <p:spPr>
              <a:xfrm>
                <a:off x="0" y="-47625"/>
                <a:ext cx="558233" cy="2756958"/>
              </a:xfrm>
              <a:prstGeom prst="rect">
                <a:avLst/>
              </a:prstGeom>
            </p:spPr>
            <p:txBody>
              <a:bodyPr lIns="33867" tIns="33867" rIns="33867" bIns="33867" rtlCol="0" anchor="ctr"/>
              <a:lstStyle/>
              <a:p>
                <a:pPr algn="ctr">
                  <a:lnSpc>
                    <a:spcPts val="1773"/>
                  </a:lnSpc>
                </a:pPr>
                <a:endParaRPr sz="1200"/>
              </a:p>
            </p:txBody>
          </p:sp>
        </p:grpSp>
        <p:grpSp>
          <p:nvGrpSpPr>
            <p:cNvPr id="12" name="Group 12"/>
            <p:cNvGrpSpPr/>
            <p:nvPr/>
          </p:nvGrpSpPr>
          <p:grpSpPr>
            <a:xfrm>
              <a:off x="0" y="0"/>
              <a:ext cx="2826056" cy="13716000"/>
              <a:chOff x="0" y="0"/>
              <a:chExt cx="558233" cy="2709333"/>
            </a:xfrm>
          </p:grpSpPr>
          <p:sp>
            <p:nvSpPr>
              <p:cNvPr id="13" name="Freeform 13"/>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4" name="TextBox 14"/>
              <p:cNvSpPr txBox="1"/>
              <p:nvPr/>
            </p:nvSpPr>
            <p:spPr>
              <a:xfrm>
                <a:off x="0" y="-47625"/>
                <a:ext cx="558233" cy="2756958"/>
              </a:xfrm>
              <a:prstGeom prst="rect">
                <a:avLst/>
              </a:prstGeom>
            </p:spPr>
            <p:txBody>
              <a:bodyPr lIns="33867" tIns="33867" rIns="33867" bIns="33867" rtlCol="0" anchor="ctr"/>
              <a:lstStyle/>
              <a:p>
                <a:pPr algn="ctr">
                  <a:lnSpc>
                    <a:spcPts val="1773"/>
                  </a:lnSpc>
                </a:pPr>
                <a:endParaRPr sz="1200"/>
              </a:p>
            </p:txBody>
          </p:sp>
        </p:grpSp>
      </p:grpSp>
      <p:sp>
        <p:nvSpPr>
          <p:cNvPr id="15" name="Freeform 15"/>
          <p:cNvSpPr/>
          <p:nvPr/>
        </p:nvSpPr>
        <p:spPr>
          <a:xfrm>
            <a:off x="9456076" y="5146695"/>
            <a:ext cx="2687221" cy="1651855"/>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6" name="Freeform 16"/>
          <p:cNvSpPr/>
          <p:nvPr/>
        </p:nvSpPr>
        <p:spPr>
          <a:xfrm>
            <a:off x="8026400" y="127001"/>
            <a:ext cx="3897098" cy="1651855"/>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7" name="AutoShape 4">
            <a:extLst>
              <a:ext uri="{FF2B5EF4-FFF2-40B4-BE49-F238E27FC236}">
                <a16:creationId xmlns="" xmlns:a16="http://schemas.microsoft.com/office/drawing/2014/main" id="{88D2F4E0-D10F-351D-12AA-7FD19EE3521C}"/>
              </a:ext>
            </a:extLst>
          </p:cNvPr>
          <p:cNvSpPr/>
          <p:nvPr/>
        </p:nvSpPr>
        <p:spPr>
          <a:xfrm>
            <a:off x="0" y="6608707"/>
            <a:ext cx="4114800" cy="13443"/>
          </a:xfrm>
          <a:prstGeom prst="line">
            <a:avLst/>
          </a:prstGeom>
          <a:ln w="114300" cap="flat">
            <a:solidFill>
              <a:srgbClr val="9FC3D0"/>
            </a:solidFill>
            <a:prstDash val="solid"/>
            <a:headEnd type="none" w="sm" len="sm"/>
            <a:tailEnd type="none" w="sm" len="sm"/>
          </a:ln>
        </p:spPr>
      </p:sp>
      <p:sp>
        <p:nvSpPr>
          <p:cNvPr id="18" name="AutoShape 6">
            <a:extLst>
              <a:ext uri="{FF2B5EF4-FFF2-40B4-BE49-F238E27FC236}">
                <a16:creationId xmlns="" xmlns:a16="http://schemas.microsoft.com/office/drawing/2014/main" id="{1D054B33-A9C0-8456-0FF3-F4D459F46C18}"/>
              </a:ext>
            </a:extLst>
          </p:cNvPr>
          <p:cNvSpPr/>
          <p:nvPr/>
        </p:nvSpPr>
        <p:spPr>
          <a:xfrm>
            <a:off x="7772400" y="6644488"/>
            <a:ext cx="4419600" cy="8165"/>
          </a:xfrm>
          <a:prstGeom prst="line">
            <a:avLst/>
          </a:prstGeom>
          <a:ln w="114300" cap="flat">
            <a:solidFill>
              <a:srgbClr val="9FC3D0"/>
            </a:solidFill>
            <a:prstDash val="solid"/>
            <a:headEnd type="none" w="sm" len="sm"/>
            <a:tailEnd type="none" w="sm" len="sm"/>
          </a:ln>
        </p:spPr>
      </p:sp>
      <p:sp>
        <p:nvSpPr>
          <p:cNvPr id="19" name="TextBox 15">
            <a:extLst>
              <a:ext uri="{FF2B5EF4-FFF2-40B4-BE49-F238E27FC236}">
                <a16:creationId xmlns="" xmlns:a16="http://schemas.microsoft.com/office/drawing/2014/main" id="{01E48E20-C69E-2280-AEFE-E868E26811CA}"/>
              </a:ext>
            </a:extLst>
          </p:cNvPr>
          <p:cNvSpPr txBox="1"/>
          <p:nvPr/>
        </p:nvSpPr>
        <p:spPr>
          <a:xfrm>
            <a:off x="2928885" y="6408818"/>
            <a:ext cx="6164315" cy="318933"/>
          </a:xfrm>
          <a:prstGeom prst="rect">
            <a:avLst/>
          </a:prstGeom>
        </p:spPr>
        <p:txBody>
          <a:bodyPr wrap="square" lIns="0" tIns="0" rIns="0" bIns="0" rtlCol="0" anchor="t">
            <a:spAutoFit/>
          </a:bodyPr>
          <a:lstStyle/>
          <a:p>
            <a:pPr algn="ctr">
              <a:lnSpc>
                <a:spcPts val="2917"/>
              </a:lnSpc>
            </a:pPr>
            <a:r>
              <a:rPr lang="en-US" sz="1333" dirty="0">
                <a:solidFill>
                  <a:srgbClr val="000000"/>
                </a:solidFill>
                <a:latin typeface="Times New Roman" panose="02020603050405020304" pitchFamily="18" charset="0"/>
                <a:cs typeface="Times New Roman" panose="02020603050405020304" pitchFamily="18" charset="0"/>
                <a:sym typeface="Alatsi"/>
              </a:rPr>
              <a:t>Vishwakarma Institute of Technology, Pune</a:t>
            </a:r>
          </a:p>
        </p:txBody>
      </p:sp>
      <p:pic>
        <p:nvPicPr>
          <p:cNvPr id="22" name="Picture 2">
            <a:extLst>
              <a:ext uri="{FF2B5EF4-FFF2-40B4-BE49-F238E27FC236}">
                <a16:creationId xmlns="" xmlns:a16="http://schemas.microsoft.com/office/drawing/2014/main" id="{375ACED6-8FA8-BE02-C07F-23F70D3551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867" y="248255"/>
            <a:ext cx="609600" cy="685800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 xmlns:a16="http://schemas.microsoft.com/office/drawing/2014/main" id="{1E7CF1C3-8DAE-5AA3-7877-68DE9AD563CE}"/>
              </a:ext>
            </a:extLst>
          </p:cNvPr>
          <p:cNvSpPr>
            <a:spLocks noGrp="1"/>
          </p:cNvSpPr>
          <p:nvPr>
            <p:ph type="sldNum" sz="quarter" idx="12"/>
          </p:nvPr>
        </p:nvSpPr>
        <p:spPr/>
        <p:txBody>
          <a:bodyPr/>
          <a:lstStyle/>
          <a:p>
            <a:fld id="{B6F15528-21DE-4FAA-801E-634DDDAF4B2B}" type="slidenum">
              <a:rPr lang="en-US" smtClean="0"/>
              <a:pPr/>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1079</TotalTime>
  <Words>471</Words>
  <Application>Microsoft Office PowerPoint</Application>
  <PresentationFormat>Widescreen</PresentationFormat>
  <Paragraphs>76</Paragraphs>
  <Slides>62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Alatsi</vt:lpstr>
      <vt:lpstr>Arial</vt:lpstr>
      <vt:lpstr>Arial MT</vt:lpstr>
      <vt:lpstr>Calibri</vt:lpstr>
      <vt:lpstr>Calibri Light</vt:lpstr>
      <vt:lpstr>Times New Roman</vt:lpstr>
      <vt:lpstr>Office Theme</vt:lpstr>
      <vt:lpstr>                          UNIT-1 Introduction to Object Oriented Programming  </vt:lpstr>
      <vt:lpstr>Unit Objective and Outcome</vt:lpstr>
      <vt:lpstr>Content</vt:lpstr>
      <vt:lpstr>Programming Paradigms</vt:lpstr>
      <vt:lpstr>Imperative Paradigm</vt:lpstr>
      <vt:lpstr>The von Neumann-Eckert Model</vt:lpstr>
      <vt:lpstr>Object-oriented (OO) Paradigm</vt:lpstr>
      <vt:lpstr>Functional Paradigm</vt:lpstr>
      <vt:lpstr>Logic Paradigm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POP Vs OOP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Hiding</vt:lpstr>
      <vt:lpstr>PowerPoint Presentation</vt:lpstr>
      <vt:lpstr>PowerPoint Presentation</vt:lpstr>
      <vt:lpstr>PowerPoint Presentation</vt:lpstr>
      <vt:lpstr> References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UNIT-3 Constructors and Destructors</dc:title>
  <dc:creator>VIDYA GAIKWAD</dc:creator>
  <cp:lastModifiedBy>VPD</cp:lastModifiedBy>
  <cp:revision>123</cp:revision>
  <dcterms:created xsi:type="dcterms:W3CDTF">2025-01-31T04:37:12Z</dcterms:created>
  <dcterms:modified xsi:type="dcterms:W3CDTF">2026-07-14T05:22:14Z</dcterms:modified>
</cp:coreProperties>
</file>